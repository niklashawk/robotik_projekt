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Layouts/slideLayout7.xml" ContentType="application/vnd.openxmlformats-officedocument.presentationml.slideLayout+xml"/>
  <Override PartName="/ppt/theme/theme4.xml" ContentType="application/vnd.openxmlformats-officedocument.theme+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7.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8.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9.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0.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1.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2.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13.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14.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15.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5" r:id="rId1"/>
    <p:sldMasterId id="2147483677" r:id="rId2"/>
    <p:sldMasterId id="2147483680" r:id="rId3"/>
    <p:sldMasterId id="2147483683" r:id="rId4"/>
    <p:sldMasterId id="2147483685" r:id="rId5"/>
  </p:sldMasterIdLst>
  <p:notesMasterIdLst>
    <p:notesMasterId r:id="rId22"/>
  </p:notesMasterIdLst>
  <p:handoutMasterIdLst>
    <p:handoutMasterId r:id="rId23"/>
  </p:handoutMasterIdLst>
  <p:sldIdLst>
    <p:sldId id="256" r:id="rId6"/>
    <p:sldId id="259" r:id="rId7"/>
    <p:sldId id="267" r:id="rId8"/>
    <p:sldId id="283" r:id="rId9"/>
    <p:sldId id="275" r:id="rId10"/>
    <p:sldId id="271" r:id="rId11"/>
    <p:sldId id="278" r:id="rId12"/>
    <p:sldId id="276" r:id="rId13"/>
    <p:sldId id="272" r:id="rId14"/>
    <p:sldId id="279" r:id="rId15"/>
    <p:sldId id="273" r:id="rId16"/>
    <p:sldId id="281" r:id="rId17"/>
    <p:sldId id="280" r:id="rId18"/>
    <p:sldId id="274" r:id="rId19"/>
    <p:sldId id="282" r:id="rId20"/>
    <p:sldId id="264" r:id="rId21"/>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7FF29D2-F2ED-D392-A62B-E6FD3DBA720F}" name="Onken, Celina" initials="" userId="S::celina.onken@stud.uni-goettingen.de::428c1412-5e8d-4fce-ba85-7ec4e3c12d03"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F708B"/>
    <a:srgbClr val="15253E"/>
    <a:srgbClr val="A8A8A7"/>
    <a:srgbClr val="57575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181" autoAdjust="0"/>
    <p:restoredTop sz="79680" autoAdjust="0"/>
  </p:normalViewPr>
  <p:slideViewPr>
    <p:cSldViewPr snapToGrid="0" snapToObjects="1" showGuides="1">
      <p:cViewPr varScale="1">
        <p:scale>
          <a:sx n="76" d="100"/>
          <a:sy n="76" d="100"/>
        </p:scale>
        <p:origin x="63" y="159"/>
      </p:cViewPr>
      <p:guideLst/>
    </p:cSldViewPr>
  </p:slideViewPr>
  <p:notesTextViewPr>
    <p:cViewPr>
      <p:scale>
        <a:sx n="1" d="1"/>
        <a:sy n="1" d="1"/>
      </p:scale>
      <p:origin x="0" y="0"/>
    </p:cViewPr>
  </p:notesTextViewPr>
  <p:sorterViewPr>
    <p:cViewPr>
      <p:scale>
        <a:sx n="100" d="100"/>
        <a:sy n="100" d="100"/>
      </p:scale>
      <p:origin x="0" y="-2616"/>
    </p:cViewPr>
  </p:sorterViewPr>
  <p:notesViewPr>
    <p:cSldViewPr snapToGrid="0" snapToObjects="1" showGuides="1">
      <p:cViewPr varScale="1">
        <p:scale>
          <a:sx n="111" d="100"/>
          <a:sy n="111" d="100"/>
        </p:scale>
        <p:origin x="3640" y="20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theme" Target="theme/theme1.xml"/><Relationship Id="rId3" Type="http://schemas.openxmlformats.org/officeDocument/2006/relationships/slideMaster" Target="slideMasters/slideMaster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presProps" Target="presProp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handoutMaster" Target="handoutMasters/handoutMaster1.xml"/><Relationship Id="rId28" Type="http://schemas.microsoft.com/office/2018/10/relationships/authors" Target="author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notesMaster" Target="notesMasters/notesMaster1.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55284EF-BC27-4DA5-9EDF-8AE4DDA7BC51}" type="doc">
      <dgm:prSet loTypeId="urn:microsoft.com/office/officeart/2005/8/layout/hChevron3" loCatId="process" qsTypeId="urn:microsoft.com/office/officeart/2005/8/quickstyle/simple1" qsCatId="simple" csTypeId="urn:microsoft.com/office/officeart/2005/8/colors/accent3_2" csCatId="accent3" phldr="1"/>
      <dgm:spPr/>
    </dgm:pt>
    <dgm:pt modelId="{F7E3C992-C657-49E7-ACA5-E42336492979}">
      <dgm:prSet phldrT="[Text]"/>
      <dgm:spPr/>
      <dgm:t>
        <a:bodyPr/>
        <a:lstStyle/>
        <a:p>
          <a:r>
            <a:rPr lang="de-DE" dirty="0" err="1"/>
            <a:t>Rectified</a:t>
          </a:r>
          <a:r>
            <a:rPr lang="de-DE" dirty="0"/>
            <a:t>_</a:t>
          </a:r>
          <a:br>
            <a:rPr lang="de-DE" dirty="0"/>
          </a:br>
          <a:r>
            <a:rPr lang="de-DE" dirty="0" err="1"/>
            <a:t>Image_Node</a:t>
          </a:r>
          <a:endParaRPr lang="de-DE" dirty="0"/>
        </a:p>
      </dgm:t>
    </dgm:pt>
    <dgm:pt modelId="{6DCFBE8B-F45F-409D-98FF-6AF3399A8835}" type="parTrans" cxnId="{B1FF62FC-500F-4616-B74E-9EF829F9ED89}">
      <dgm:prSet/>
      <dgm:spPr/>
      <dgm:t>
        <a:bodyPr/>
        <a:lstStyle/>
        <a:p>
          <a:endParaRPr lang="de-DE"/>
        </a:p>
      </dgm:t>
    </dgm:pt>
    <dgm:pt modelId="{FFFC7363-591D-4181-94FA-06D98E216F60}" type="sibTrans" cxnId="{B1FF62FC-500F-4616-B74E-9EF829F9ED89}">
      <dgm:prSet/>
      <dgm:spPr/>
      <dgm:t>
        <a:bodyPr/>
        <a:lstStyle/>
        <a:p>
          <a:endParaRPr lang="de-DE"/>
        </a:p>
      </dgm:t>
    </dgm:pt>
    <dgm:pt modelId="{F2DFE4AB-F198-4BE7-9E95-7149171FE726}">
      <dgm:prSet phldrT="[Text]"/>
      <dgm:spPr/>
      <dgm:t>
        <a:bodyPr/>
        <a:lstStyle/>
        <a:p>
          <a:r>
            <a:rPr lang="de-DE" dirty="0"/>
            <a:t>Fahren …</a:t>
          </a:r>
        </a:p>
      </dgm:t>
    </dgm:pt>
    <dgm:pt modelId="{33C54E50-A561-4388-A802-44486C05B301}" type="parTrans" cxnId="{4E86E676-75D2-4B33-921D-DBAD52BB0428}">
      <dgm:prSet/>
      <dgm:spPr/>
      <dgm:t>
        <a:bodyPr/>
        <a:lstStyle/>
        <a:p>
          <a:endParaRPr lang="de-DE"/>
        </a:p>
      </dgm:t>
    </dgm:pt>
    <dgm:pt modelId="{CD996BCA-9739-49A7-BE4F-2023DB5DD4E7}" type="sibTrans" cxnId="{4E86E676-75D2-4B33-921D-DBAD52BB0428}">
      <dgm:prSet/>
      <dgm:spPr/>
      <dgm:t>
        <a:bodyPr/>
        <a:lstStyle/>
        <a:p>
          <a:endParaRPr lang="de-DE"/>
        </a:p>
      </dgm:t>
    </dgm:pt>
    <dgm:pt modelId="{71C14D5C-CD96-489B-ADDD-87A1DE0C1BAC}">
      <dgm:prSet phldrT="[Text]"/>
      <dgm:spPr/>
      <dgm:t>
        <a:bodyPr/>
        <a:lstStyle/>
        <a:p>
          <a:r>
            <a:rPr lang="de-DE" dirty="0" err="1"/>
            <a:t>Follow_Line</a:t>
          </a:r>
          <a:r>
            <a:rPr lang="de-DE" dirty="0"/>
            <a:t>_</a:t>
          </a:r>
          <a:br>
            <a:rPr lang="de-DE" dirty="0"/>
          </a:br>
          <a:r>
            <a:rPr lang="de-DE" dirty="0"/>
            <a:t>Node</a:t>
          </a:r>
        </a:p>
      </dgm:t>
    </dgm:pt>
    <dgm:pt modelId="{34A86944-71BB-4DDA-8E47-01BD0A07169A}" type="parTrans" cxnId="{60DAF504-CD4E-467E-935C-56A827B5701A}">
      <dgm:prSet/>
      <dgm:spPr/>
      <dgm:t>
        <a:bodyPr/>
        <a:lstStyle/>
        <a:p>
          <a:endParaRPr lang="de-DE"/>
        </a:p>
      </dgm:t>
    </dgm:pt>
    <dgm:pt modelId="{45678C71-3D1A-48BC-AD73-1ADEB7132ED0}" type="sibTrans" cxnId="{60DAF504-CD4E-467E-935C-56A827B5701A}">
      <dgm:prSet/>
      <dgm:spPr/>
      <dgm:t>
        <a:bodyPr/>
        <a:lstStyle/>
        <a:p>
          <a:endParaRPr lang="de-DE"/>
        </a:p>
      </dgm:t>
    </dgm:pt>
    <dgm:pt modelId="{3343B077-7519-4707-BD28-9FED6DBEB7F6}">
      <dgm:prSet phldrT="[Text]"/>
      <dgm:spPr/>
      <dgm:t>
        <a:bodyPr/>
        <a:lstStyle/>
        <a:p>
          <a:r>
            <a:rPr lang="de-DE" dirty="0"/>
            <a:t>Zusammenspiel der Nodes</a:t>
          </a:r>
        </a:p>
      </dgm:t>
    </dgm:pt>
    <dgm:pt modelId="{B1EE7652-AF9F-44A2-BFCC-2B2926D54E21}" type="parTrans" cxnId="{38F58492-B3D6-4F45-AC34-178A3B69984B}">
      <dgm:prSet/>
      <dgm:spPr/>
      <dgm:t>
        <a:bodyPr/>
        <a:lstStyle/>
        <a:p>
          <a:endParaRPr lang="de-DE"/>
        </a:p>
      </dgm:t>
    </dgm:pt>
    <dgm:pt modelId="{E567DC1F-55AB-4039-B21B-2648C259E916}" type="sibTrans" cxnId="{38F58492-B3D6-4F45-AC34-178A3B69984B}">
      <dgm:prSet/>
      <dgm:spPr/>
      <dgm:t>
        <a:bodyPr/>
        <a:lstStyle/>
        <a:p>
          <a:endParaRPr lang="de-DE"/>
        </a:p>
      </dgm:t>
    </dgm:pt>
    <dgm:pt modelId="{ED79C73E-6D7D-4AF0-9E53-C6CD2332565F}">
      <dgm:prSet phldrT="[Text]"/>
      <dgm:spPr/>
      <dgm:t>
        <a:bodyPr/>
        <a:lstStyle/>
        <a:p>
          <a:r>
            <a:rPr lang="de-DE" dirty="0"/>
            <a:t>Birdseye_</a:t>
          </a:r>
          <a:br>
            <a:rPr lang="de-DE" dirty="0"/>
          </a:br>
          <a:r>
            <a:rPr lang="de-DE" dirty="0"/>
            <a:t>Node</a:t>
          </a:r>
        </a:p>
      </dgm:t>
    </dgm:pt>
    <dgm:pt modelId="{5AB82E1E-7994-490D-AA44-70359502D7C4}" type="parTrans" cxnId="{6A80D28F-4911-4498-ACB1-0C193D905790}">
      <dgm:prSet/>
      <dgm:spPr/>
      <dgm:t>
        <a:bodyPr/>
        <a:lstStyle/>
        <a:p>
          <a:endParaRPr lang="de-DE"/>
        </a:p>
      </dgm:t>
    </dgm:pt>
    <dgm:pt modelId="{0CDA27B2-F892-453F-82C8-8AFDD50A345D}" type="sibTrans" cxnId="{6A80D28F-4911-4498-ACB1-0C193D905790}">
      <dgm:prSet/>
      <dgm:spPr/>
      <dgm:t>
        <a:bodyPr/>
        <a:lstStyle/>
        <a:p>
          <a:endParaRPr lang="de-DE"/>
        </a:p>
      </dgm:t>
    </dgm:pt>
    <dgm:pt modelId="{55BF9A51-9442-43BD-A7B1-C08A52DC14C0}">
      <dgm:prSet phldrT="[Text]"/>
      <dgm:spPr/>
      <dgm:t>
        <a:bodyPr/>
        <a:lstStyle/>
        <a:p>
          <a:r>
            <a:rPr lang="de-DE" dirty="0" err="1"/>
            <a:t>Birdseye_With</a:t>
          </a:r>
          <a:r>
            <a:rPr lang="de-DE" dirty="0"/>
            <a:t>_</a:t>
          </a:r>
          <a:br>
            <a:rPr lang="de-DE" dirty="0"/>
          </a:br>
          <a:r>
            <a:rPr lang="de-DE" dirty="0" err="1"/>
            <a:t>LiDAR_Node</a:t>
          </a:r>
          <a:endParaRPr lang="de-DE" dirty="0"/>
        </a:p>
      </dgm:t>
    </dgm:pt>
    <dgm:pt modelId="{35303BBC-8F7E-401F-BF22-4BC9073B9D54}" type="parTrans" cxnId="{C28BF138-10CE-4AE2-9596-685DFA3537FD}">
      <dgm:prSet/>
      <dgm:spPr/>
      <dgm:t>
        <a:bodyPr/>
        <a:lstStyle/>
        <a:p>
          <a:endParaRPr lang="de-DE"/>
        </a:p>
      </dgm:t>
    </dgm:pt>
    <dgm:pt modelId="{8D7E3942-A186-4806-8E81-4ADA6E3C59D1}" type="sibTrans" cxnId="{C28BF138-10CE-4AE2-9596-685DFA3537FD}">
      <dgm:prSet/>
      <dgm:spPr/>
      <dgm:t>
        <a:bodyPr/>
        <a:lstStyle/>
        <a:p>
          <a:endParaRPr lang="de-DE"/>
        </a:p>
      </dgm:t>
    </dgm:pt>
    <dgm:pt modelId="{2BAD27FF-08E8-4497-884B-917B02BC9AF2}" type="pres">
      <dgm:prSet presAssocID="{D55284EF-BC27-4DA5-9EDF-8AE4DDA7BC51}" presName="Name0" presStyleCnt="0">
        <dgm:presLayoutVars>
          <dgm:dir/>
          <dgm:resizeHandles val="exact"/>
        </dgm:presLayoutVars>
      </dgm:prSet>
      <dgm:spPr/>
    </dgm:pt>
    <dgm:pt modelId="{AA7F5C41-158D-4160-AA0E-A9E925436152}" type="pres">
      <dgm:prSet presAssocID="{F7E3C992-C657-49E7-ACA5-E42336492979}" presName="parTxOnly" presStyleLbl="node1" presStyleIdx="0" presStyleCnt="6">
        <dgm:presLayoutVars>
          <dgm:bulletEnabled val="1"/>
        </dgm:presLayoutVars>
      </dgm:prSet>
      <dgm:spPr/>
    </dgm:pt>
    <dgm:pt modelId="{A2B8D1D5-A327-4594-8646-B6998CA32020}" type="pres">
      <dgm:prSet presAssocID="{FFFC7363-591D-4181-94FA-06D98E216F60}" presName="parSpace" presStyleCnt="0"/>
      <dgm:spPr/>
    </dgm:pt>
    <dgm:pt modelId="{47E5C38D-7DBB-4591-AF37-3E0560EA7B5D}" type="pres">
      <dgm:prSet presAssocID="{ED79C73E-6D7D-4AF0-9E53-C6CD2332565F}" presName="parTxOnly" presStyleLbl="node1" presStyleIdx="1" presStyleCnt="6">
        <dgm:presLayoutVars>
          <dgm:bulletEnabled val="1"/>
        </dgm:presLayoutVars>
      </dgm:prSet>
      <dgm:spPr/>
    </dgm:pt>
    <dgm:pt modelId="{4317E639-6256-41AF-870C-B3C8032423C3}" type="pres">
      <dgm:prSet presAssocID="{0CDA27B2-F892-453F-82C8-8AFDD50A345D}" presName="parSpace" presStyleCnt="0"/>
      <dgm:spPr/>
    </dgm:pt>
    <dgm:pt modelId="{652A39D3-F429-44F0-B68F-2347DA867BC5}" type="pres">
      <dgm:prSet presAssocID="{55BF9A51-9442-43BD-A7B1-C08A52DC14C0}" presName="parTxOnly" presStyleLbl="node1" presStyleIdx="2" presStyleCnt="6">
        <dgm:presLayoutVars>
          <dgm:bulletEnabled val="1"/>
        </dgm:presLayoutVars>
      </dgm:prSet>
      <dgm:spPr/>
    </dgm:pt>
    <dgm:pt modelId="{EFBEC68C-933F-471C-BC32-536F9D7E6863}" type="pres">
      <dgm:prSet presAssocID="{8D7E3942-A186-4806-8E81-4ADA6E3C59D1}" presName="parSpace" presStyleCnt="0"/>
      <dgm:spPr/>
    </dgm:pt>
    <dgm:pt modelId="{FC39C9DF-4551-4D23-92BD-CAA8BC814F1D}" type="pres">
      <dgm:prSet presAssocID="{71C14D5C-CD96-489B-ADDD-87A1DE0C1BAC}" presName="parTxOnly" presStyleLbl="node1" presStyleIdx="3" presStyleCnt="6">
        <dgm:presLayoutVars>
          <dgm:bulletEnabled val="1"/>
        </dgm:presLayoutVars>
      </dgm:prSet>
      <dgm:spPr/>
    </dgm:pt>
    <dgm:pt modelId="{B323C126-7252-440E-9522-C0571B6268F3}" type="pres">
      <dgm:prSet presAssocID="{45678C71-3D1A-48BC-AD73-1ADEB7132ED0}" presName="parSpace" presStyleCnt="0"/>
      <dgm:spPr/>
    </dgm:pt>
    <dgm:pt modelId="{8ABCD2AC-1155-4856-95B0-CF641EB23FDE}" type="pres">
      <dgm:prSet presAssocID="{3343B077-7519-4707-BD28-9FED6DBEB7F6}" presName="parTxOnly" presStyleLbl="node1" presStyleIdx="4" presStyleCnt="6">
        <dgm:presLayoutVars>
          <dgm:bulletEnabled val="1"/>
        </dgm:presLayoutVars>
      </dgm:prSet>
      <dgm:spPr/>
    </dgm:pt>
    <dgm:pt modelId="{63C9D51B-E4B6-4C18-A94B-0C3C6D8A30E3}" type="pres">
      <dgm:prSet presAssocID="{E567DC1F-55AB-4039-B21B-2648C259E916}" presName="parSpace" presStyleCnt="0"/>
      <dgm:spPr/>
    </dgm:pt>
    <dgm:pt modelId="{75CC07CA-ADFD-4188-800F-E0E46DC27D0B}" type="pres">
      <dgm:prSet presAssocID="{F2DFE4AB-F198-4BE7-9E95-7149171FE726}" presName="parTxOnly" presStyleLbl="node1" presStyleIdx="5" presStyleCnt="6">
        <dgm:presLayoutVars>
          <dgm:bulletEnabled val="1"/>
        </dgm:presLayoutVars>
      </dgm:prSet>
      <dgm:spPr/>
    </dgm:pt>
  </dgm:ptLst>
  <dgm:cxnLst>
    <dgm:cxn modelId="{60DAF504-CD4E-467E-935C-56A827B5701A}" srcId="{D55284EF-BC27-4DA5-9EDF-8AE4DDA7BC51}" destId="{71C14D5C-CD96-489B-ADDD-87A1DE0C1BAC}" srcOrd="3" destOrd="0" parTransId="{34A86944-71BB-4DDA-8E47-01BD0A07169A}" sibTransId="{45678C71-3D1A-48BC-AD73-1ADEB7132ED0}"/>
    <dgm:cxn modelId="{144F4931-A73D-4D7B-8133-0828AAACE357}" type="presOf" srcId="{D55284EF-BC27-4DA5-9EDF-8AE4DDA7BC51}" destId="{2BAD27FF-08E8-4497-884B-917B02BC9AF2}" srcOrd="0" destOrd="0" presId="urn:microsoft.com/office/officeart/2005/8/layout/hChevron3"/>
    <dgm:cxn modelId="{C28BF138-10CE-4AE2-9596-685DFA3537FD}" srcId="{D55284EF-BC27-4DA5-9EDF-8AE4DDA7BC51}" destId="{55BF9A51-9442-43BD-A7B1-C08A52DC14C0}" srcOrd="2" destOrd="0" parTransId="{35303BBC-8F7E-401F-BF22-4BC9073B9D54}" sibTransId="{8D7E3942-A186-4806-8E81-4ADA6E3C59D1}"/>
    <dgm:cxn modelId="{D6725870-1BAE-4893-AB5E-49D5D3431F7A}" type="presOf" srcId="{F7E3C992-C657-49E7-ACA5-E42336492979}" destId="{AA7F5C41-158D-4160-AA0E-A9E925436152}" srcOrd="0" destOrd="0" presId="urn:microsoft.com/office/officeart/2005/8/layout/hChevron3"/>
    <dgm:cxn modelId="{9FB8DE75-937C-46FA-9A06-2E96FF13AF02}" type="presOf" srcId="{71C14D5C-CD96-489B-ADDD-87A1DE0C1BAC}" destId="{FC39C9DF-4551-4D23-92BD-CAA8BC814F1D}" srcOrd="0" destOrd="0" presId="urn:microsoft.com/office/officeart/2005/8/layout/hChevron3"/>
    <dgm:cxn modelId="{4E86E676-75D2-4B33-921D-DBAD52BB0428}" srcId="{D55284EF-BC27-4DA5-9EDF-8AE4DDA7BC51}" destId="{F2DFE4AB-F198-4BE7-9E95-7149171FE726}" srcOrd="5" destOrd="0" parTransId="{33C54E50-A561-4388-A802-44486C05B301}" sibTransId="{CD996BCA-9739-49A7-BE4F-2023DB5DD4E7}"/>
    <dgm:cxn modelId="{6A80D28F-4911-4498-ACB1-0C193D905790}" srcId="{D55284EF-BC27-4DA5-9EDF-8AE4DDA7BC51}" destId="{ED79C73E-6D7D-4AF0-9E53-C6CD2332565F}" srcOrd="1" destOrd="0" parTransId="{5AB82E1E-7994-490D-AA44-70359502D7C4}" sibTransId="{0CDA27B2-F892-453F-82C8-8AFDD50A345D}"/>
    <dgm:cxn modelId="{38F58492-B3D6-4F45-AC34-178A3B69984B}" srcId="{D55284EF-BC27-4DA5-9EDF-8AE4DDA7BC51}" destId="{3343B077-7519-4707-BD28-9FED6DBEB7F6}" srcOrd="4" destOrd="0" parTransId="{B1EE7652-AF9F-44A2-BFCC-2B2926D54E21}" sibTransId="{E567DC1F-55AB-4039-B21B-2648C259E916}"/>
    <dgm:cxn modelId="{11A8F5A3-DB94-40E7-B444-A0F28AD52A5B}" type="presOf" srcId="{55BF9A51-9442-43BD-A7B1-C08A52DC14C0}" destId="{652A39D3-F429-44F0-B68F-2347DA867BC5}" srcOrd="0" destOrd="0" presId="urn:microsoft.com/office/officeart/2005/8/layout/hChevron3"/>
    <dgm:cxn modelId="{287F16AB-8D8B-45D7-A777-AC424CCAE87F}" type="presOf" srcId="{F2DFE4AB-F198-4BE7-9E95-7149171FE726}" destId="{75CC07CA-ADFD-4188-800F-E0E46DC27D0B}" srcOrd="0" destOrd="0" presId="urn:microsoft.com/office/officeart/2005/8/layout/hChevron3"/>
    <dgm:cxn modelId="{4DBFDAE2-7757-4BB8-86B7-2F777E01497A}" type="presOf" srcId="{ED79C73E-6D7D-4AF0-9E53-C6CD2332565F}" destId="{47E5C38D-7DBB-4591-AF37-3E0560EA7B5D}" srcOrd="0" destOrd="0" presId="urn:microsoft.com/office/officeart/2005/8/layout/hChevron3"/>
    <dgm:cxn modelId="{B1FF62FC-500F-4616-B74E-9EF829F9ED89}" srcId="{D55284EF-BC27-4DA5-9EDF-8AE4DDA7BC51}" destId="{F7E3C992-C657-49E7-ACA5-E42336492979}" srcOrd="0" destOrd="0" parTransId="{6DCFBE8B-F45F-409D-98FF-6AF3399A8835}" sibTransId="{FFFC7363-591D-4181-94FA-06D98E216F60}"/>
    <dgm:cxn modelId="{7E596AFD-CD2C-4A67-AF26-1FED23BD0D0E}" type="presOf" srcId="{3343B077-7519-4707-BD28-9FED6DBEB7F6}" destId="{8ABCD2AC-1155-4856-95B0-CF641EB23FDE}" srcOrd="0" destOrd="0" presId="urn:microsoft.com/office/officeart/2005/8/layout/hChevron3"/>
    <dgm:cxn modelId="{B62AB937-B420-4240-BB4B-33C34ADC07E6}" type="presParOf" srcId="{2BAD27FF-08E8-4497-884B-917B02BC9AF2}" destId="{AA7F5C41-158D-4160-AA0E-A9E925436152}" srcOrd="0" destOrd="0" presId="urn:microsoft.com/office/officeart/2005/8/layout/hChevron3"/>
    <dgm:cxn modelId="{D28CA0A0-98EA-43C3-B18C-7267D04634BE}" type="presParOf" srcId="{2BAD27FF-08E8-4497-884B-917B02BC9AF2}" destId="{A2B8D1D5-A327-4594-8646-B6998CA32020}" srcOrd="1" destOrd="0" presId="urn:microsoft.com/office/officeart/2005/8/layout/hChevron3"/>
    <dgm:cxn modelId="{7F1169A3-36B2-4C7B-B1B8-4B7C5581E3CC}" type="presParOf" srcId="{2BAD27FF-08E8-4497-884B-917B02BC9AF2}" destId="{47E5C38D-7DBB-4591-AF37-3E0560EA7B5D}" srcOrd="2" destOrd="0" presId="urn:microsoft.com/office/officeart/2005/8/layout/hChevron3"/>
    <dgm:cxn modelId="{503ED590-C15C-49E3-930B-B96DE9338730}" type="presParOf" srcId="{2BAD27FF-08E8-4497-884B-917B02BC9AF2}" destId="{4317E639-6256-41AF-870C-B3C8032423C3}" srcOrd="3" destOrd="0" presId="urn:microsoft.com/office/officeart/2005/8/layout/hChevron3"/>
    <dgm:cxn modelId="{7F3A4DA1-7F0E-4B49-B10E-D4E502B8B430}" type="presParOf" srcId="{2BAD27FF-08E8-4497-884B-917B02BC9AF2}" destId="{652A39D3-F429-44F0-B68F-2347DA867BC5}" srcOrd="4" destOrd="0" presId="urn:microsoft.com/office/officeart/2005/8/layout/hChevron3"/>
    <dgm:cxn modelId="{B388A2BF-E91A-4947-B7B9-FC2DF2689F0B}" type="presParOf" srcId="{2BAD27FF-08E8-4497-884B-917B02BC9AF2}" destId="{EFBEC68C-933F-471C-BC32-536F9D7E6863}" srcOrd="5" destOrd="0" presId="urn:microsoft.com/office/officeart/2005/8/layout/hChevron3"/>
    <dgm:cxn modelId="{B5527E37-DB2E-48D8-A2A8-42E13E30630F}" type="presParOf" srcId="{2BAD27FF-08E8-4497-884B-917B02BC9AF2}" destId="{FC39C9DF-4551-4D23-92BD-CAA8BC814F1D}" srcOrd="6" destOrd="0" presId="urn:microsoft.com/office/officeart/2005/8/layout/hChevron3"/>
    <dgm:cxn modelId="{B50518CE-19BE-43C8-AA0E-8FC5B267D8A8}" type="presParOf" srcId="{2BAD27FF-08E8-4497-884B-917B02BC9AF2}" destId="{B323C126-7252-440E-9522-C0571B6268F3}" srcOrd="7" destOrd="0" presId="urn:microsoft.com/office/officeart/2005/8/layout/hChevron3"/>
    <dgm:cxn modelId="{F16FB9D1-21FF-4A81-A043-691D83C45CD6}" type="presParOf" srcId="{2BAD27FF-08E8-4497-884B-917B02BC9AF2}" destId="{8ABCD2AC-1155-4856-95B0-CF641EB23FDE}" srcOrd="8" destOrd="0" presId="urn:microsoft.com/office/officeart/2005/8/layout/hChevron3"/>
    <dgm:cxn modelId="{98E80C7B-D08D-4D50-B885-211CC8F6F8B2}" type="presParOf" srcId="{2BAD27FF-08E8-4497-884B-917B02BC9AF2}" destId="{63C9D51B-E4B6-4C18-A94B-0C3C6D8A30E3}" srcOrd="9" destOrd="0" presId="urn:microsoft.com/office/officeart/2005/8/layout/hChevron3"/>
    <dgm:cxn modelId="{F223E155-FB5A-49DD-90F2-04893646DA89}" type="presParOf" srcId="{2BAD27FF-08E8-4497-884B-917B02BC9AF2}" destId="{75CC07CA-ADFD-4188-800F-E0E46DC27D0B}" srcOrd="10" destOrd="0" presId="urn:microsoft.com/office/officeart/2005/8/layout/hChevron3"/>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55284EF-BC27-4DA5-9EDF-8AE4DDA7BC51}" type="doc">
      <dgm:prSet loTypeId="urn:microsoft.com/office/officeart/2005/8/layout/hChevron3" loCatId="process" qsTypeId="urn:microsoft.com/office/officeart/2005/8/quickstyle/simple1" qsCatId="simple" csTypeId="urn:microsoft.com/office/officeart/2005/8/colors/accent3_2" csCatId="accent3" phldr="1"/>
      <dgm:spPr/>
    </dgm:pt>
    <dgm:pt modelId="{F7E3C992-C657-49E7-ACA5-E42336492979}">
      <dgm:prSet phldrT="[Text]"/>
      <dgm:spPr>
        <a:solidFill>
          <a:srgbClr val="AF708B"/>
        </a:solidFill>
      </dgm:spPr>
      <dgm:t>
        <a:bodyPr/>
        <a:lstStyle/>
        <a:p>
          <a:r>
            <a:rPr lang="de-DE" dirty="0" err="1"/>
            <a:t>Rectified</a:t>
          </a:r>
          <a:r>
            <a:rPr lang="de-DE" dirty="0"/>
            <a:t>_</a:t>
          </a:r>
          <a:br>
            <a:rPr lang="de-DE" dirty="0"/>
          </a:br>
          <a:r>
            <a:rPr lang="de-DE" dirty="0" err="1"/>
            <a:t>Image_Node</a:t>
          </a:r>
          <a:endParaRPr lang="de-DE" dirty="0"/>
        </a:p>
      </dgm:t>
    </dgm:pt>
    <dgm:pt modelId="{6DCFBE8B-F45F-409D-98FF-6AF3399A8835}" type="parTrans" cxnId="{B1FF62FC-500F-4616-B74E-9EF829F9ED89}">
      <dgm:prSet/>
      <dgm:spPr/>
      <dgm:t>
        <a:bodyPr/>
        <a:lstStyle/>
        <a:p>
          <a:endParaRPr lang="de-DE"/>
        </a:p>
      </dgm:t>
    </dgm:pt>
    <dgm:pt modelId="{FFFC7363-591D-4181-94FA-06D98E216F60}" type="sibTrans" cxnId="{B1FF62FC-500F-4616-B74E-9EF829F9ED89}">
      <dgm:prSet/>
      <dgm:spPr/>
      <dgm:t>
        <a:bodyPr/>
        <a:lstStyle/>
        <a:p>
          <a:endParaRPr lang="de-DE"/>
        </a:p>
      </dgm:t>
    </dgm:pt>
    <dgm:pt modelId="{F2DFE4AB-F198-4BE7-9E95-7149171FE726}">
      <dgm:prSet phldrT="[Text]"/>
      <dgm:spPr>
        <a:solidFill>
          <a:schemeClr val="accent3">
            <a:lumMod val="60000"/>
            <a:lumOff val="40000"/>
          </a:schemeClr>
        </a:solidFill>
      </dgm:spPr>
      <dgm:t>
        <a:bodyPr/>
        <a:lstStyle/>
        <a:p>
          <a:r>
            <a:rPr lang="de-DE" dirty="0"/>
            <a:t>Fahren …</a:t>
          </a:r>
        </a:p>
      </dgm:t>
    </dgm:pt>
    <dgm:pt modelId="{33C54E50-A561-4388-A802-44486C05B301}" type="parTrans" cxnId="{4E86E676-75D2-4B33-921D-DBAD52BB0428}">
      <dgm:prSet/>
      <dgm:spPr/>
      <dgm:t>
        <a:bodyPr/>
        <a:lstStyle/>
        <a:p>
          <a:endParaRPr lang="de-DE"/>
        </a:p>
      </dgm:t>
    </dgm:pt>
    <dgm:pt modelId="{CD996BCA-9739-49A7-BE4F-2023DB5DD4E7}" type="sibTrans" cxnId="{4E86E676-75D2-4B33-921D-DBAD52BB0428}">
      <dgm:prSet/>
      <dgm:spPr/>
      <dgm:t>
        <a:bodyPr/>
        <a:lstStyle/>
        <a:p>
          <a:endParaRPr lang="de-DE"/>
        </a:p>
      </dgm:t>
    </dgm:pt>
    <dgm:pt modelId="{71C14D5C-CD96-489B-ADDD-87A1DE0C1BAC}">
      <dgm:prSet phldrT="[Text]"/>
      <dgm:spPr>
        <a:solidFill>
          <a:schemeClr val="accent3">
            <a:lumMod val="60000"/>
            <a:lumOff val="40000"/>
          </a:schemeClr>
        </a:solidFill>
      </dgm:spPr>
      <dgm:t>
        <a:bodyPr/>
        <a:lstStyle/>
        <a:p>
          <a:r>
            <a:rPr lang="de-DE" dirty="0" err="1"/>
            <a:t>Follow_Line</a:t>
          </a:r>
          <a:r>
            <a:rPr lang="de-DE" dirty="0"/>
            <a:t>_</a:t>
          </a:r>
          <a:br>
            <a:rPr lang="de-DE" dirty="0"/>
          </a:br>
          <a:r>
            <a:rPr lang="de-DE" dirty="0"/>
            <a:t>Node</a:t>
          </a:r>
        </a:p>
      </dgm:t>
    </dgm:pt>
    <dgm:pt modelId="{34A86944-71BB-4DDA-8E47-01BD0A07169A}" type="parTrans" cxnId="{60DAF504-CD4E-467E-935C-56A827B5701A}">
      <dgm:prSet/>
      <dgm:spPr/>
      <dgm:t>
        <a:bodyPr/>
        <a:lstStyle/>
        <a:p>
          <a:endParaRPr lang="de-DE"/>
        </a:p>
      </dgm:t>
    </dgm:pt>
    <dgm:pt modelId="{45678C71-3D1A-48BC-AD73-1ADEB7132ED0}" type="sibTrans" cxnId="{60DAF504-CD4E-467E-935C-56A827B5701A}">
      <dgm:prSet/>
      <dgm:spPr/>
      <dgm:t>
        <a:bodyPr/>
        <a:lstStyle/>
        <a:p>
          <a:endParaRPr lang="de-DE"/>
        </a:p>
      </dgm:t>
    </dgm:pt>
    <dgm:pt modelId="{3343B077-7519-4707-BD28-9FED6DBEB7F6}">
      <dgm:prSet phldrT="[Text]"/>
      <dgm:spPr>
        <a:solidFill>
          <a:schemeClr val="accent3">
            <a:lumMod val="60000"/>
            <a:lumOff val="40000"/>
          </a:schemeClr>
        </a:solidFill>
      </dgm:spPr>
      <dgm:t>
        <a:bodyPr/>
        <a:lstStyle/>
        <a:p>
          <a:r>
            <a:rPr lang="de-DE" dirty="0"/>
            <a:t>Zusammenspiel der Nodes</a:t>
          </a:r>
        </a:p>
      </dgm:t>
    </dgm:pt>
    <dgm:pt modelId="{B1EE7652-AF9F-44A2-BFCC-2B2926D54E21}" type="parTrans" cxnId="{38F58492-B3D6-4F45-AC34-178A3B69984B}">
      <dgm:prSet/>
      <dgm:spPr/>
      <dgm:t>
        <a:bodyPr/>
        <a:lstStyle/>
        <a:p>
          <a:endParaRPr lang="de-DE"/>
        </a:p>
      </dgm:t>
    </dgm:pt>
    <dgm:pt modelId="{E567DC1F-55AB-4039-B21B-2648C259E916}" type="sibTrans" cxnId="{38F58492-B3D6-4F45-AC34-178A3B69984B}">
      <dgm:prSet/>
      <dgm:spPr/>
      <dgm:t>
        <a:bodyPr/>
        <a:lstStyle/>
        <a:p>
          <a:endParaRPr lang="de-DE"/>
        </a:p>
      </dgm:t>
    </dgm:pt>
    <dgm:pt modelId="{ED79C73E-6D7D-4AF0-9E53-C6CD2332565F}">
      <dgm:prSet phldrT="[Text]"/>
      <dgm:spPr>
        <a:solidFill>
          <a:schemeClr val="accent3">
            <a:lumMod val="60000"/>
            <a:lumOff val="40000"/>
          </a:schemeClr>
        </a:solidFill>
      </dgm:spPr>
      <dgm:t>
        <a:bodyPr/>
        <a:lstStyle/>
        <a:p>
          <a:r>
            <a:rPr lang="de-DE" dirty="0"/>
            <a:t>Birdseye_</a:t>
          </a:r>
          <a:br>
            <a:rPr lang="de-DE" dirty="0"/>
          </a:br>
          <a:r>
            <a:rPr lang="de-DE" dirty="0"/>
            <a:t>Node</a:t>
          </a:r>
        </a:p>
      </dgm:t>
    </dgm:pt>
    <dgm:pt modelId="{5AB82E1E-7994-490D-AA44-70359502D7C4}" type="parTrans" cxnId="{6A80D28F-4911-4498-ACB1-0C193D905790}">
      <dgm:prSet/>
      <dgm:spPr/>
      <dgm:t>
        <a:bodyPr/>
        <a:lstStyle/>
        <a:p>
          <a:endParaRPr lang="de-DE"/>
        </a:p>
      </dgm:t>
    </dgm:pt>
    <dgm:pt modelId="{0CDA27B2-F892-453F-82C8-8AFDD50A345D}" type="sibTrans" cxnId="{6A80D28F-4911-4498-ACB1-0C193D905790}">
      <dgm:prSet/>
      <dgm:spPr/>
      <dgm:t>
        <a:bodyPr/>
        <a:lstStyle/>
        <a:p>
          <a:endParaRPr lang="de-DE"/>
        </a:p>
      </dgm:t>
    </dgm:pt>
    <dgm:pt modelId="{55BF9A51-9442-43BD-A7B1-C08A52DC14C0}">
      <dgm:prSet phldrT="[Text]"/>
      <dgm:spPr>
        <a:solidFill>
          <a:schemeClr val="accent3">
            <a:lumMod val="60000"/>
            <a:lumOff val="40000"/>
          </a:schemeClr>
        </a:solidFill>
      </dgm:spPr>
      <dgm:t>
        <a:bodyPr/>
        <a:lstStyle/>
        <a:p>
          <a:r>
            <a:rPr lang="de-DE" dirty="0" err="1"/>
            <a:t>Birdseye_With</a:t>
          </a:r>
          <a:r>
            <a:rPr lang="de-DE" dirty="0"/>
            <a:t>_</a:t>
          </a:r>
          <a:br>
            <a:rPr lang="de-DE" dirty="0"/>
          </a:br>
          <a:r>
            <a:rPr lang="de-DE" dirty="0" err="1"/>
            <a:t>LiDAR_Node</a:t>
          </a:r>
          <a:endParaRPr lang="de-DE" dirty="0"/>
        </a:p>
      </dgm:t>
    </dgm:pt>
    <dgm:pt modelId="{35303BBC-8F7E-401F-BF22-4BC9073B9D54}" type="parTrans" cxnId="{C28BF138-10CE-4AE2-9596-685DFA3537FD}">
      <dgm:prSet/>
      <dgm:spPr/>
      <dgm:t>
        <a:bodyPr/>
        <a:lstStyle/>
        <a:p>
          <a:endParaRPr lang="de-DE"/>
        </a:p>
      </dgm:t>
    </dgm:pt>
    <dgm:pt modelId="{8D7E3942-A186-4806-8E81-4ADA6E3C59D1}" type="sibTrans" cxnId="{C28BF138-10CE-4AE2-9596-685DFA3537FD}">
      <dgm:prSet/>
      <dgm:spPr/>
      <dgm:t>
        <a:bodyPr/>
        <a:lstStyle/>
        <a:p>
          <a:endParaRPr lang="de-DE"/>
        </a:p>
      </dgm:t>
    </dgm:pt>
    <dgm:pt modelId="{2BAD27FF-08E8-4497-884B-917B02BC9AF2}" type="pres">
      <dgm:prSet presAssocID="{D55284EF-BC27-4DA5-9EDF-8AE4DDA7BC51}" presName="Name0" presStyleCnt="0">
        <dgm:presLayoutVars>
          <dgm:dir/>
          <dgm:resizeHandles val="exact"/>
        </dgm:presLayoutVars>
      </dgm:prSet>
      <dgm:spPr/>
    </dgm:pt>
    <dgm:pt modelId="{AA7F5C41-158D-4160-AA0E-A9E925436152}" type="pres">
      <dgm:prSet presAssocID="{F7E3C992-C657-49E7-ACA5-E42336492979}" presName="parTxOnly" presStyleLbl="node1" presStyleIdx="0" presStyleCnt="6">
        <dgm:presLayoutVars>
          <dgm:bulletEnabled val="1"/>
        </dgm:presLayoutVars>
      </dgm:prSet>
      <dgm:spPr/>
    </dgm:pt>
    <dgm:pt modelId="{A2B8D1D5-A327-4594-8646-B6998CA32020}" type="pres">
      <dgm:prSet presAssocID="{FFFC7363-591D-4181-94FA-06D98E216F60}" presName="parSpace" presStyleCnt="0"/>
      <dgm:spPr/>
    </dgm:pt>
    <dgm:pt modelId="{47E5C38D-7DBB-4591-AF37-3E0560EA7B5D}" type="pres">
      <dgm:prSet presAssocID="{ED79C73E-6D7D-4AF0-9E53-C6CD2332565F}" presName="parTxOnly" presStyleLbl="node1" presStyleIdx="1" presStyleCnt="6">
        <dgm:presLayoutVars>
          <dgm:bulletEnabled val="1"/>
        </dgm:presLayoutVars>
      </dgm:prSet>
      <dgm:spPr/>
    </dgm:pt>
    <dgm:pt modelId="{4317E639-6256-41AF-870C-B3C8032423C3}" type="pres">
      <dgm:prSet presAssocID="{0CDA27B2-F892-453F-82C8-8AFDD50A345D}" presName="parSpace" presStyleCnt="0"/>
      <dgm:spPr/>
    </dgm:pt>
    <dgm:pt modelId="{652A39D3-F429-44F0-B68F-2347DA867BC5}" type="pres">
      <dgm:prSet presAssocID="{55BF9A51-9442-43BD-A7B1-C08A52DC14C0}" presName="parTxOnly" presStyleLbl="node1" presStyleIdx="2" presStyleCnt="6">
        <dgm:presLayoutVars>
          <dgm:bulletEnabled val="1"/>
        </dgm:presLayoutVars>
      </dgm:prSet>
      <dgm:spPr/>
    </dgm:pt>
    <dgm:pt modelId="{EFBEC68C-933F-471C-BC32-536F9D7E6863}" type="pres">
      <dgm:prSet presAssocID="{8D7E3942-A186-4806-8E81-4ADA6E3C59D1}" presName="parSpace" presStyleCnt="0"/>
      <dgm:spPr/>
    </dgm:pt>
    <dgm:pt modelId="{FC39C9DF-4551-4D23-92BD-CAA8BC814F1D}" type="pres">
      <dgm:prSet presAssocID="{71C14D5C-CD96-489B-ADDD-87A1DE0C1BAC}" presName="parTxOnly" presStyleLbl="node1" presStyleIdx="3" presStyleCnt="6">
        <dgm:presLayoutVars>
          <dgm:bulletEnabled val="1"/>
        </dgm:presLayoutVars>
      </dgm:prSet>
      <dgm:spPr/>
    </dgm:pt>
    <dgm:pt modelId="{B323C126-7252-440E-9522-C0571B6268F3}" type="pres">
      <dgm:prSet presAssocID="{45678C71-3D1A-48BC-AD73-1ADEB7132ED0}" presName="parSpace" presStyleCnt="0"/>
      <dgm:spPr/>
    </dgm:pt>
    <dgm:pt modelId="{8ABCD2AC-1155-4856-95B0-CF641EB23FDE}" type="pres">
      <dgm:prSet presAssocID="{3343B077-7519-4707-BD28-9FED6DBEB7F6}" presName="parTxOnly" presStyleLbl="node1" presStyleIdx="4" presStyleCnt="6">
        <dgm:presLayoutVars>
          <dgm:bulletEnabled val="1"/>
        </dgm:presLayoutVars>
      </dgm:prSet>
      <dgm:spPr/>
    </dgm:pt>
    <dgm:pt modelId="{63C9D51B-E4B6-4C18-A94B-0C3C6D8A30E3}" type="pres">
      <dgm:prSet presAssocID="{E567DC1F-55AB-4039-B21B-2648C259E916}" presName="parSpace" presStyleCnt="0"/>
      <dgm:spPr/>
    </dgm:pt>
    <dgm:pt modelId="{75CC07CA-ADFD-4188-800F-E0E46DC27D0B}" type="pres">
      <dgm:prSet presAssocID="{F2DFE4AB-F198-4BE7-9E95-7149171FE726}" presName="parTxOnly" presStyleLbl="node1" presStyleIdx="5" presStyleCnt="6">
        <dgm:presLayoutVars>
          <dgm:bulletEnabled val="1"/>
        </dgm:presLayoutVars>
      </dgm:prSet>
      <dgm:spPr/>
    </dgm:pt>
  </dgm:ptLst>
  <dgm:cxnLst>
    <dgm:cxn modelId="{60DAF504-CD4E-467E-935C-56A827B5701A}" srcId="{D55284EF-BC27-4DA5-9EDF-8AE4DDA7BC51}" destId="{71C14D5C-CD96-489B-ADDD-87A1DE0C1BAC}" srcOrd="3" destOrd="0" parTransId="{34A86944-71BB-4DDA-8E47-01BD0A07169A}" sibTransId="{45678C71-3D1A-48BC-AD73-1ADEB7132ED0}"/>
    <dgm:cxn modelId="{144F4931-A73D-4D7B-8133-0828AAACE357}" type="presOf" srcId="{D55284EF-BC27-4DA5-9EDF-8AE4DDA7BC51}" destId="{2BAD27FF-08E8-4497-884B-917B02BC9AF2}" srcOrd="0" destOrd="0" presId="urn:microsoft.com/office/officeart/2005/8/layout/hChevron3"/>
    <dgm:cxn modelId="{C28BF138-10CE-4AE2-9596-685DFA3537FD}" srcId="{D55284EF-BC27-4DA5-9EDF-8AE4DDA7BC51}" destId="{55BF9A51-9442-43BD-A7B1-C08A52DC14C0}" srcOrd="2" destOrd="0" parTransId="{35303BBC-8F7E-401F-BF22-4BC9073B9D54}" sibTransId="{8D7E3942-A186-4806-8E81-4ADA6E3C59D1}"/>
    <dgm:cxn modelId="{D6725870-1BAE-4893-AB5E-49D5D3431F7A}" type="presOf" srcId="{F7E3C992-C657-49E7-ACA5-E42336492979}" destId="{AA7F5C41-158D-4160-AA0E-A9E925436152}" srcOrd="0" destOrd="0" presId="urn:microsoft.com/office/officeart/2005/8/layout/hChevron3"/>
    <dgm:cxn modelId="{9FB8DE75-937C-46FA-9A06-2E96FF13AF02}" type="presOf" srcId="{71C14D5C-CD96-489B-ADDD-87A1DE0C1BAC}" destId="{FC39C9DF-4551-4D23-92BD-CAA8BC814F1D}" srcOrd="0" destOrd="0" presId="urn:microsoft.com/office/officeart/2005/8/layout/hChevron3"/>
    <dgm:cxn modelId="{4E86E676-75D2-4B33-921D-DBAD52BB0428}" srcId="{D55284EF-BC27-4DA5-9EDF-8AE4DDA7BC51}" destId="{F2DFE4AB-F198-4BE7-9E95-7149171FE726}" srcOrd="5" destOrd="0" parTransId="{33C54E50-A561-4388-A802-44486C05B301}" sibTransId="{CD996BCA-9739-49A7-BE4F-2023DB5DD4E7}"/>
    <dgm:cxn modelId="{6A80D28F-4911-4498-ACB1-0C193D905790}" srcId="{D55284EF-BC27-4DA5-9EDF-8AE4DDA7BC51}" destId="{ED79C73E-6D7D-4AF0-9E53-C6CD2332565F}" srcOrd="1" destOrd="0" parTransId="{5AB82E1E-7994-490D-AA44-70359502D7C4}" sibTransId="{0CDA27B2-F892-453F-82C8-8AFDD50A345D}"/>
    <dgm:cxn modelId="{38F58492-B3D6-4F45-AC34-178A3B69984B}" srcId="{D55284EF-BC27-4DA5-9EDF-8AE4DDA7BC51}" destId="{3343B077-7519-4707-BD28-9FED6DBEB7F6}" srcOrd="4" destOrd="0" parTransId="{B1EE7652-AF9F-44A2-BFCC-2B2926D54E21}" sibTransId="{E567DC1F-55AB-4039-B21B-2648C259E916}"/>
    <dgm:cxn modelId="{11A8F5A3-DB94-40E7-B444-A0F28AD52A5B}" type="presOf" srcId="{55BF9A51-9442-43BD-A7B1-C08A52DC14C0}" destId="{652A39D3-F429-44F0-B68F-2347DA867BC5}" srcOrd="0" destOrd="0" presId="urn:microsoft.com/office/officeart/2005/8/layout/hChevron3"/>
    <dgm:cxn modelId="{287F16AB-8D8B-45D7-A777-AC424CCAE87F}" type="presOf" srcId="{F2DFE4AB-F198-4BE7-9E95-7149171FE726}" destId="{75CC07CA-ADFD-4188-800F-E0E46DC27D0B}" srcOrd="0" destOrd="0" presId="urn:microsoft.com/office/officeart/2005/8/layout/hChevron3"/>
    <dgm:cxn modelId="{4DBFDAE2-7757-4BB8-86B7-2F777E01497A}" type="presOf" srcId="{ED79C73E-6D7D-4AF0-9E53-C6CD2332565F}" destId="{47E5C38D-7DBB-4591-AF37-3E0560EA7B5D}" srcOrd="0" destOrd="0" presId="urn:microsoft.com/office/officeart/2005/8/layout/hChevron3"/>
    <dgm:cxn modelId="{B1FF62FC-500F-4616-B74E-9EF829F9ED89}" srcId="{D55284EF-BC27-4DA5-9EDF-8AE4DDA7BC51}" destId="{F7E3C992-C657-49E7-ACA5-E42336492979}" srcOrd="0" destOrd="0" parTransId="{6DCFBE8B-F45F-409D-98FF-6AF3399A8835}" sibTransId="{FFFC7363-591D-4181-94FA-06D98E216F60}"/>
    <dgm:cxn modelId="{7E596AFD-CD2C-4A67-AF26-1FED23BD0D0E}" type="presOf" srcId="{3343B077-7519-4707-BD28-9FED6DBEB7F6}" destId="{8ABCD2AC-1155-4856-95B0-CF641EB23FDE}" srcOrd="0" destOrd="0" presId="urn:microsoft.com/office/officeart/2005/8/layout/hChevron3"/>
    <dgm:cxn modelId="{B62AB937-B420-4240-BB4B-33C34ADC07E6}" type="presParOf" srcId="{2BAD27FF-08E8-4497-884B-917B02BC9AF2}" destId="{AA7F5C41-158D-4160-AA0E-A9E925436152}" srcOrd="0" destOrd="0" presId="urn:microsoft.com/office/officeart/2005/8/layout/hChevron3"/>
    <dgm:cxn modelId="{D28CA0A0-98EA-43C3-B18C-7267D04634BE}" type="presParOf" srcId="{2BAD27FF-08E8-4497-884B-917B02BC9AF2}" destId="{A2B8D1D5-A327-4594-8646-B6998CA32020}" srcOrd="1" destOrd="0" presId="urn:microsoft.com/office/officeart/2005/8/layout/hChevron3"/>
    <dgm:cxn modelId="{7F1169A3-36B2-4C7B-B1B8-4B7C5581E3CC}" type="presParOf" srcId="{2BAD27FF-08E8-4497-884B-917B02BC9AF2}" destId="{47E5C38D-7DBB-4591-AF37-3E0560EA7B5D}" srcOrd="2" destOrd="0" presId="urn:microsoft.com/office/officeart/2005/8/layout/hChevron3"/>
    <dgm:cxn modelId="{503ED590-C15C-49E3-930B-B96DE9338730}" type="presParOf" srcId="{2BAD27FF-08E8-4497-884B-917B02BC9AF2}" destId="{4317E639-6256-41AF-870C-B3C8032423C3}" srcOrd="3" destOrd="0" presId="urn:microsoft.com/office/officeart/2005/8/layout/hChevron3"/>
    <dgm:cxn modelId="{7F3A4DA1-7F0E-4B49-B10E-D4E502B8B430}" type="presParOf" srcId="{2BAD27FF-08E8-4497-884B-917B02BC9AF2}" destId="{652A39D3-F429-44F0-B68F-2347DA867BC5}" srcOrd="4" destOrd="0" presId="urn:microsoft.com/office/officeart/2005/8/layout/hChevron3"/>
    <dgm:cxn modelId="{B388A2BF-E91A-4947-B7B9-FC2DF2689F0B}" type="presParOf" srcId="{2BAD27FF-08E8-4497-884B-917B02BC9AF2}" destId="{EFBEC68C-933F-471C-BC32-536F9D7E6863}" srcOrd="5" destOrd="0" presId="urn:microsoft.com/office/officeart/2005/8/layout/hChevron3"/>
    <dgm:cxn modelId="{B5527E37-DB2E-48D8-A2A8-42E13E30630F}" type="presParOf" srcId="{2BAD27FF-08E8-4497-884B-917B02BC9AF2}" destId="{FC39C9DF-4551-4D23-92BD-CAA8BC814F1D}" srcOrd="6" destOrd="0" presId="urn:microsoft.com/office/officeart/2005/8/layout/hChevron3"/>
    <dgm:cxn modelId="{B50518CE-19BE-43C8-AA0E-8FC5B267D8A8}" type="presParOf" srcId="{2BAD27FF-08E8-4497-884B-917B02BC9AF2}" destId="{B323C126-7252-440E-9522-C0571B6268F3}" srcOrd="7" destOrd="0" presId="urn:microsoft.com/office/officeart/2005/8/layout/hChevron3"/>
    <dgm:cxn modelId="{F16FB9D1-21FF-4A81-A043-691D83C45CD6}" type="presParOf" srcId="{2BAD27FF-08E8-4497-884B-917B02BC9AF2}" destId="{8ABCD2AC-1155-4856-95B0-CF641EB23FDE}" srcOrd="8" destOrd="0" presId="urn:microsoft.com/office/officeart/2005/8/layout/hChevron3"/>
    <dgm:cxn modelId="{98E80C7B-D08D-4D50-B885-211CC8F6F8B2}" type="presParOf" srcId="{2BAD27FF-08E8-4497-884B-917B02BC9AF2}" destId="{63C9D51B-E4B6-4C18-A94B-0C3C6D8A30E3}" srcOrd="9" destOrd="0" presId="urn:microsoft.com/office/officeart/2005/8/layout/hChevron3"/>
    <dgm:cxn modelId="{F223E155-FB5A-49DD-90F2-04893646DA89}" type="presParOf" srcId="{2BAD27FF-08E8-4497-884B-917B02BC9AF2}" destId="{75CC07CA-ADFD-4188-800F-E0E46DC27D0B}" srcOrd="10" destOrd="0" presId="urn:microsoft.com/office/officeart/2005/8/layout/hChevron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55284EF-BC27-4DA5-9EDF-8AE4DDA7BC51}" type="doc">
      <dgm:prSet loTypeId="urn:microsoft.com/office/officeart/2005/8/layout/hChevron3" loCatId="process" qsTypeId="urn:microsoft.com/office/officeart/2005/8/quickstyle/simple1" qsCatId="simple" csTypeId="urn:microsoft.com/office/officeart/2005/8/colors/accent3_2" csCatId="accent3" phldr="1"/>
      <dgm:spPr/>
    </dgm:pt>
    <dgm:pt modelId="{F7E3C992-C657-49E7-ACA5-E42336492979}">
      <dgm:prSet phldrT="[Text]"/>
      <dgm:spPr>
        <a:solidFill>
          <a:srgbClr val="AF708B"/>
        </a:solidFill>
      </dgm:spPr>
      <dgm:t>
        <a:bodyPr/>
        <a:lstStyle/>
        <a:p>
          <a:r>
            <a:rPr lang="de-DE" dirty="0" err="1"/>
            <a:t>Rectified</a:t>
          </a:r>
          <a:r>
            <a:rPr lang="de-DE" dirty="0"/>
            <a:t>_</a:t>
          </a:r>
          <a:br>
            <a:rPr lang="de-DE" dirty="0"/>
          </a:br>
          <a:r>
            <a:rPr lang="de-DE" dirty="0" err="1"/>
            <a:t>Image_Node</a:t>
          </a:r>
          <a:endParaRPr lang="de-DE" dirty="0"/>
        </a:p>
      </dgm:t>
    </dgm:pt>
    <dgm:pt modelId="{6DCFBE8B-F45F-409D-98FF-6AF3399A8835}" type="parTrans" cxnId="{B1FF62FC-500F-4616-B74E-9EF829F9ED89}">
      <dgm:prSet/>
      <dgm:spPr/>
      <dgm:t>
        <a:bodyPr/>
        <a:lstStyle/>
        <a:p>
          <a:endParaRPr lang="de-DE"/>
        </a:p>
      </dgm:t>
    </dgm:pt>
    <dgm:pt modelId="{FFFC7363-591D-4181-94FA-06D98E216F60}" type="sibTrans" cxnId="{B1FF62FC-500F-4616-B74E-9EF829F9ED89}">
      <dgm:prSet/>
      <dgm:spPr/>
      <dgm:t>
        <a:bodyPr/>
        <a:lstStyle/>
        <a:p>
          <a:endParaRPr lang="de-DE"/>
        </a:p>
      </dgm:t>
    </dgm:pt>
    <dgm:pt modelId="{F2DFE4AB-F198-4BE7-9E95-7149171FE726}">
      <dgm:prSet phldrT="[Text]"/>
      <dgm:spPr>
        <a:solidFill>
          <a:schemeClr val="accent3">
            <a:lumMod val="60000"/>
            <a:lumOff val="40000"/>
          </a:schemeClr>
        </a:solidFill>
      </dgm:spPr>
      <dgm:t>
        <a:bodyPr/>
        <a:lstStyle/>
        <a:p>
          <a:r>
            <a:rPr lang="de-DE" dirty="0"/>
            <a:t>Fahren …</a:t>
          </a:r>
        </a:p>
      </dgm:t>
    </dgm:pt>
    <dgm:pt modelId="{33C54E50-A561-4388-A802-44486C05B301}" type="parTrans" cxnId="{4E86E676-75D2-4B33-921D-DBAD52BB0428}">
      <dgm:prSet/>
      <dgm:spPr/>
      <dgm:t>
        <a:bodyPr/>
        <a:lstStyle/>
        <a:p>
          <a:endParaRPr lang="de-DE"/>
        </a:p>
      </dgm:t>
    </dgm:pt>
    <dgm:pt modelId="{CD996BCA-9739-49A7-BE4F-2023DB5DD4E7}" type="sibTrans" cxnId="{4E86E676-75D2-4B33-921D-DBAD52BB0428}">
      <dgm:prSet/>
      <dgm:spPr/>
      <dgm:t>
        <a:bodyPr/>
        <a:lstStyle/>
        <a:p>
          <a:endParaRPr lang="de-DE"/>
        </a:p>
      </dgm:t>
    </dgm:pt>
    <dgm:pt modelId="{71C14D5C-CD96-489B-ADDD-87A1DE0C1BAC}">
      <dgm:prSet phldrT="[Text]"/>
      <dgm:spPr>
        <a:solidFill>
          <a:schemeClr val="accent3">
            <a:lumMod val="60000"/>
            <a:lumOff val="40000"/>
          </a:schemeClr>
        </a:solidFill>
      </dgm:spPr>
      <dgm:t>
        <a:bodyPr/>
        <a:lstStyle/>
        <a:p>
          <a:r>
            <a:rPr lang="de-DE" dirty="0" err="1"/>
            <a:t>Follow_Line</a:t>
          </a:r>
          <a:r>
            <a:rPr lang="de-DE" dirty="0"/>
            <a:t>_</a:t>
          </a:r>
          <a:br>
            <a:rPr lang="de-DE" dirty="0"/>
          </a:br>
          <a:r>
            <a:rPr lang="de-DE" dirty="0"/>
            <a:t>Node</a:t>
          </a:r>
        </a:p>
      </dgm:t>
    </dgm:pt>
    <dgm:pt modelId="{34A86944-71BB-4DDA-8E47-01BD0A07169A}" type="parTrans" cxnId="{60DAF504-CD4E-467E-935C-56A827B5701A}">
      <dgm:prSet/>
      <dgm:spPr/>
      <dgm:t>
        <a:bodyPr/>
        <a:lstStyle/>
        <a:p>
          <a:endParaRPr lang="de-DE"/>
        </a:p>
      </dgm:t>
    </dgm:pt>
    <dgm:pt modelId="{45678C71-3D1A-48BC-AD73-1ADEB7132ED0}" type="sibTrans" cxnId="{60DAF504-CD4E-467E-935C-56A827B5701A}">
      <dgm:prSet/>
      <dgm:spPr/>
      <dgm:t>
        <a:bodyPr/>
        <a:lstStyle/>
        <a:p>
          <a:endParaRPr lang="de-DE"/>
        </a:p>
      </dgm:t>
    </dgm:pt>
    <dgm:pt modelId="{3343B077-7519-4707-BD28-9FED6DBEB7F6}">
      <dgm:prSet phldrT="[Text]"/>
      <dgm:spPr>
        <a:solidFill>
          <a:schemeClr val="accent3">
            <a:lumMod val="60000"/>
            <a:lumOff val="40000"/>
          </a:schemeClr>
        </a:solidFill>
      </dgm:spPr>
      <dgm:t>
        <a:bodyPr/>
        <a:lstStyle/>
        <a:p>
          <a:r>
            <a:rPr lang="de-DE" dirty="0"/>
            <a:t>Zusammenspiel der Nodes</a:t>
          </a:r>
        </a:p>
      </dgm:t>
    </dgm:pt>
    <dgm:pt modelId="{B1EE7652-AF9F-44A2-BFCC-2B2926D54E21}" type="parTrans" cxnId="{38F58492-B3D6-4F45-AC34-178A3B69984B}">
      <dgm:prSet/>
      <dgm:spPr/>
      <dgm:t>
        <a:bodyPr/>
        <a:lstStyle/>
        <a:p>
          <a:endParaRPr lang="de-DE"/>
        </a:p>
      </dgm:t>
    </dgm:pt>
    <dgm:pt modelId="{E567DC1F-55AB-4039-B21B-2648C259E916}" type="sibTrans" cxnId="{38F58492-B3D6-4F45-AC34-178A3B69984B}">
      <dgm:prSet/>
      <dgm:spPr/>
      <dgm:t>
        <a:bodyPr/>
        <a:lstStyle/>
        <a:p>
          <a:endParaRPr lang="de-DE"/>
        </a:p>
      </dgm:t>
    </dgm:pt>
    <dgm:pt modelId="{ED79C73E-6D7D-4AF0-9E53-C6CD2332565F}">
      <dgm:prSet phldrT="[Text]"/>
      <dgm:spPr>
        <a:solidFill>
          <a:schemeClr val="accent3">
            <a:lumMod val="60000"/>
            <a:lumOff val="40000"/>
          </a:schemeClr>
        </a:solidFill>
      </dgm:spPr>
      <dgm:t>
        <a:bodyPr/>
        <a:lstStyle/>
        <a:p>
          <a:r>
            <a:rPr lang="de-DE" dirty="0"/>
            <a:t>Birdseye_</a:t>
          </a:r>
          <a:br>
            <a:rPr lang="de-DE" dirty="0"/>
          </a:br>
          <a:r>
            <a:rPr lang="de-DE" dirty="0"/>
            <a:t>Node</a:t>
          </a:r>
        </a:p>
      </dgm:t>
    </dgm:pt>
    <dgm:pt modelId="{5AB82E1E-7994-490D-AA44-70359502D7C4}" type="parTrans" cxnId="{6A80D28F-4911-4498-ACB1-0C193D905790}">
      <dgm:prSet/>
      <dgm:spPr/>
      <dgm:t>
        <a:bodyPr/>
        <a:lstStyle/>
        <a:p>
          <a:endParaRPr lang="de-DE"/>
        </a:p>
      </dgm:t>
    </dgm:pt>
    <dgm:pt modelId="{0CDA27B2-F892-453F-82C8-8AFDD50A345D}" type="sibTrans" cxnId="{6A80D28F-4911-4498-ACB1-0C193D905790}">
      <dgm:prSet/>
      <dgm:spPr/>
      <dgm:t>
        <a:bodyPr/>
        <a:lstStyle/>
        <a:p>
          <a:endParaRPr lang="de-DE"/>
        </a:p>
      </dgm:t>
    </dgm:pt>
    <dgm:pt modelId="{55BF9A51-9442-43BD-A7B1-C08A52DC14C0}">
      <dgm:prSet phldrT="[Text]"/>
      <dgm:spPr>
        <a:solidFill>
          <a:schemeClr val="accent3">
            <a:lumMod val="60000"/>
            <a:lumOff val="40000"/>
          </a:schemeClr>
        </a:solidFill>
      </dgm:spPr>
      <dgm:t>
        <a:bodyPr/>
        <a:lstStyle/>
        <a:p>
          <a:r>
            <a:rPr lang="de-DE" dirty="0" err="1"/>
            <a:t>Birdseye_With</a:t>
          </a:r>
          <a:r>
            <a:rPr lang="de-DE" dirty="0"/>
            <a:t>_</a:t>
          </a:r>
          <a:br>
            <a:rPr lang="de-DE" dirty="0"/>
          </a:br>
          <a:r>
            <a:rPr lang="de-DE" dirty="0" err="1"/>
            <a:t>LiDAR_Node</a:t>
          </a:r>
          <a:endParaRPr lang="de-DE" dirty="0"/>
        </a:p>
      </dgm:t>
    </dgm:pt>
    <dgm:pt modelId="{35303BBC-8F7E-401F-BF22-4BC9073B9D54}" type="parTrans" cxnId="{C28BF138-10CE-4AE2-9596-685DFA3537FD}">
      <dgm:prSet/>
      <dgm:spPr/>
      <dgm:t>
        <a:bodyPr/>
        <a:lstStyle/>
        <a:p>
          <a:endParaRPr lang="de-DE"/>
        </a:p>
      </dgm:t>
    </dgm:pt>
    <dgm:pt modelId="{8D7E3942-A186-4806-8E81-4ADA6E3C59D1}" type="sibTrans" cxnId="{C28BF138-10CE-4AE2-9596-685DFA3537FD}">
      <dgm:prSet/>
      <dgm:spPr/>
      <dgm:t>
        <a:bodyPr/>
        <a:lstStyle/>
        <a:p>
          <a:endParaRPr lang="de-DE"/>
        </a:p>
      </dgm:t>
    </dgm:pt>
    <dgm:pt modelId="{2BAD27FF-08E8-4497-884B-917B02BC9AF2}" type="pres">
      <dgm:prSet presAssocID="{D55284EF-BC27-4DA5-9EDF-8AE4DDA7BC51}" presName="Name0" presStyleCnt="0">
        <dgm:presLayoutVars>
          <dgm:dir/>
          <dgm:resizeHandles val="exact"/>
        </dgm:presLayoutVars>
      </dgm:prSet>
      <dgm:spPr/>
    </dgm:pt>
    <dgm:pt modelId="{AA7F5C41-158D-4160-AA0E-A9E925436152}" type="pres">
      <dgm:prSet presAssocID="{F7E3C992-C657-49E7-ACA5-E42336492979}" presName="parTxOnly" presStyleLbl="node1" presStyleIdx="0" presStyleCnt="6">
        <dgm:presLayoutVars>
          <dgm:bulletEnabled val="1"/>
        </dgm:presLayoutVars>
      </dgm:prSet>
      <dgm:spPr/>
    </dgm:pt>
    <dgm:pt modelId="{A2B8D1D5-A327-4594-8646-B6998CA32020}" type="pres">
      <dgm:prSet presAssocID="{FFFC7363-591D-4181-94FA-06D98E216F60}" presName="parSpace" presStyleCnt="0"/>
      <dgm:spPr/>
    </dgm:pt>
    <dgm:pt modelId="{47E5C38D-7DBB-4591-AF37-3E0560EA7B5D}" type="pres">
      <dgm:prSet presAssocID="{ED79C73E-6D7D-4AF0-9E53-C6CD2332565F}" presName="parTxOnly" presStyleLbl="node1" presStyleIdx="1" presStyleCnt="6">
        <dgm:presLayoutVars>
          <dgm:bulletEnabled val="1"/>
        </dgm:presLayoutVars>
      </dgm:prSet>
      <dgm:spPr/>
    </dgm:pt>
    <dgm:pt modelId="{4317E639-6256-41AF-870C-B3C8032423C3}" type="pres">
      <dgm:prSet presAssocID="{0CDA27B2-F892-453F-82C8-8AFDD50A345D}" presName="parSpace" presStyleCnt="0"/>
      <dgm:spPr/>
    </dgm:pt>
    <dgm:pt modelId="{652A39D3-F429-44F0-B68F-2347DA867BC5}" type="pres">
      <dgm:prSet presAssocID="{55BF9A51-9442-43BD-A7B1-C08A52DC14C0}" presName="parTxOnly" presStyleLbl="node1" presStyleIdx="2" presStyleCnt="6">
        <dgm:presLayoutVars>
          <dgm:bulletEnabled val="1"/>
        </dgm:presLayoutVars>
      </dgm:prSet>
      <dgm:spPr/>
    </dgm:pt>
    <dgm:pt modelId="{EFBEC68C-933F-471C-BC32-536F9D7E6863}" type="pres">
      <dgm:prSet presAssocID="{8D7E3942-A186-4806-8E81-4ADA6E3C59D1}" presName="parSpace" presStyleCnt="0"/>
      <dgm:spPr/>
    </dgm:pt>
    <dgm:pt modelId="{FC39C9DF-4551-4D23-92BD-CAA8BC814F1D}" type="pres">
      <dgm:prSet presAssocID="{71C14D5C-CD96-489B-ADDD-87A1DE0C1BAC}" presName="parTxOnly" presStyleLbl="node1" presStyleIdx="3" presStyleCnt="6">
        <dgm:presLayoutVars>
          <dgm:bulletEnabled val="1"/>
        </dgm:presLayoutVars>
      </dgm:prSet>
      <dgm:spPr/>
    </dgm:pt>
    <dgm:pt modelId="{B323C126-7252-440E-9522-C0571B6268F3}" type="pres">
      <dgm:prSet presAssocID="{45678C71-3D1A-48BC-AD73-1ADEB7132ED0}" presName="parSpace" presStyleCnt="0"/>
      <dgm:spPr/>
    </dgm:pt>
    <dgm:pt modelId="{8ABCD2AC-1155-4856-95B0-CF641EB23FDE}" type="pres">
      <dgm:prSet presAssocID="{3343B077-7519-4707-BD28-9FED6DBEB7F6}" presName="parTxOnly" presStyleLbl="node1" presStyleIdx="4" presStyleCnt="6">
        <dgm:presLayoutVars>
          <dgm:bulletEnabled val="1"/>
        </dgm:presLayoutVars>
      </dgm:prSet>
      <dgm:spPr/>
    </dgm:pt>
    <dgm:pt modelId="{63C9D51B-E4B6-4C18-A94B-0C3C6D8A30E3}" type="pres">
      <dgm:prSet presAssocID="{E567DC1F-55AB-4039-B21B-2648C259E916}" presName="parSpace" presStyleCnt="0"/>
      <dgm:spPr/>
    </dgm:pt>
    <dgm:pt modelId="{75CC07CA-ADFD-4188-800F-E0E46DC27D0B}" type="pres">
      <dgm:prSet presAssocID="{F2DFE4AB-F198-4BE7-9E95-7149171FE726}" presName="parTxOnly" presStyleLbl="node1" presStyleIdx="5" presStyleCnt="6">
        <dgm:presLayoutVars>
          <dgm:bulletEnabled val="1"/>
        </dgm:presLayoutVars>
      </dgm:prSet>
      <dgm:spPr/>
    </dgm:pt>
  </dgm:ptLst>
  <dgm:cxnLst>
    <dgm:cxn modelId="{60DAF504-CD4E-467E-935C-56A827B5701A}" srcId="{D55284EF-BC27-4DA5-9EDF-8AE4DDA7BC51}" destId="{71C14D5C-CD96-489B-ADDD-87A1DE0C1BAC}" srcOrd="3" destOrd="0" parTransId="{34A86944-71BB-4DDA-8E47-01BD0A07169A}" sibTransId="{45678C71-3D1A-48BC-AD73-1ADEB7132ED0}"/>
    <dgm:cxn modelId="{144F4931-A73D-4D7B-8133-0828AAACE357}" type="presOf" srcId="{D55284EF-BC27-4DA5-9EDF-8AE4DDA7BC51}" destId="{2BAD27FF-08E8-4497-884B-917B02BC9AF2}" srcOrd="0" destOrd="0" presId="urn:microsoft.com/office/officeart/2005/8/layout/hChevron3"/>
    <dgm:cxn modelId="{C28BF138-10CE-4AE2-9596-685DFA3537FD}" srcId="{D55284EF-BC27-4DA5-9EDF-8AE4DDA7BC51}" destId="{55BF9A51-9442-43BD-A7B1-C08A52DC14C0}" srcOrd="2" destOrd="0" parTransId="{35303BBC-8F7E-401F-BF22-4BC9073B9D54}" sibTransId="{8D7E3942-A186-4806-8E81-4ADA6E3C59D1}"/>
    <dgm:cxn modelId="{D6725870-1BAE-4893-AB5E-49D5D3431F7A}" type="presOf" srcId="{F7E3C992-C657-49E7-ACA5-E42336492979}" destId="{AA7F5C41-158D-4160-AA0E-A9E925436152}" srcOrd="0" destOrd="0" presId="urn:microsoft.com/office/officeart/2005/8/layout/hChevron3"/>
    <dgm:cxn modelId="{9FB8DE75-937C-46FA-9A06-2E96FF13AF02}" type="presOf" srcId="{71C14D5C-CD96-489B-ADDD-87A1DE0C1BAC}" destId="{FC39C9DF-4551-4D23-92BD-CAA8BC814F1D}" srcOrd="0" destOrd="0" presId="urn:microsoft.com/office/officeart/2005/8/layout/hChevron3"/>
    <dgm:cxn modelId="{4E86E676-75D2-4B33-921D-DBAD52BB0428}" srcId="{D55284EF-BC27-4DA5-9EDF-8AE4DDA7BC51}" destId="{F2DFE4AB-F198-4BE7-9E95-7149171FE726}" srcOrd="5" destOrd="0" parTransId="{33C54E50-A561-4388-A802-44486C05B301}" sibTransId="{CD996BCA-9739-49A7-BE4F-2023DB5DD4E7}"/>
    <dgm:cxn modelId="{6A80D28F-4911-4498-ACB1-0C193D905790}" srcId="{D55284EF-BC27-4DA5-9EDF-8AE4DDA7BC51}" destId="{ED79C73E-6D7D-4AF0-9E53-C6CD2332565F}" srcOrd="1" destOrd="0" parTransId="{5AB82E1E-7994-490D-AA44-70359502D7C4}" sibTransId="{0CDA27B2-F892-453F-82C8-8AFDD50A345D}"/>
    <dgm:cxn modelId="{38F58492-B3D6-4F45-AC34-178A3B69984B}" srcId="{D55284EF-BC27-4DA5-9EDF-8AE4DDA7BC51}" destId="{3343B077-7519-4707-BD28-9FED6DBEB7F6}" srcOrd="4" destOrd="0" parTransId="{B1EE7652-AF9F-44A2-BFCC-2B2926D54E21}" sibTransId="{E567DC1F-55AB-4039-B21B-2648C259E916}"/>
    <dgm:cxn modelId="{11A8F5A3-DB94-40E7-B444-A0F28AD52A5B}" type="presOf" srcId="{55BF9A51-9442-43BD-A7B1-C08A52DC14C0}" destId="{652A39D3-F429-44F0-B68F-2347DA867BC5}" srcOrd="0" destOrd="0" presId="urn:microsoft.com/office/officeart/2005/8/layout/hChevron3"/>
    <dgm:cxn modelId="{287F16AB-8D8B-45D7-A777-AC424CCAE87F}" type="presOf" srcId="{F2DFE4AB-F198-4BE7-9E95-7149171FE726}" destId="{75CC07CA-ADFD-4188-800F-E0E46DC27D0B}" srcOrd="0" destOrd="0" presId="urn:microsoft.com/office/officeart/2005/8/layout/hChevron3"/>
    <dgm:cxn modelId="{4DBFDAE2-7757-4BB8-86B7-2F777E01497A}" type="presOf" srcId="{ED79C73E-6D7D-4AF0-9E53-C6CD2332565F}" destId="{47E5C38D-7DBB-4591-AF37-3E0560EA7B5D}" srcOrd="0" destOrd="0" presId="urn:microsoft.com/office/officeart/2005/8/layout/hChevron3"/>
    <dgm:cxn modelId="{B1FF62FC-500F-4616-B74E-9EF829F9ED89}" srcId="{D55284EF-BC27-4DA5-9EDF-8AE4DDA7BC51}" destId="{F7E3C992-C657-49E7-ACA5-E42336492979}" srcOrd="0" destOrd="0" parTransId="{6DCFBE8B-F45F-409D-98FF-6AF3399A8835}" sibTransId="{FFFC7363-591D-4181-94FA-06D98E216F60}"/>
    <dgm:cxn modelId="{7E596AFD-CD2C-4A67-AF26-1FED23BD0D0E}" type="presOf" srcId="{3343B077-7519-4707-BD28-9FED6DBEB7F6}" destId="{8ABCD2AC-1155-4856-95B0-CF641EB23FDE}" srcOrd="0" destOrd="0" presId="urn:microsoft.com/office/officeart/2005/8/layout/hChevron3"/>
    <dgm:cxn modelId="{B62AB937-B420-4240-BB4B-33C34ADC07E6}" type="presParOf" srcId="{2BAD27FF-08E8-4497-884B-917B02BC9AF2}" destId="{AA7F5C41-158D-4160-AA0E-A9E925436152}" srcOrd="0" destOrd="0" presId="urn:microsoft.com/office/officeart/2005/8/layout/hChevron3"/>
    <dgm:cxn modelId="{D28CA0A0-98EA-43C3-B18C-7267D04634BE}" type="presParOf" srcId="{2BAD27FF-08E8-4497-884B-917B02BC9AF2}" destId="{A2B8D1D5-A327-4594-8646-B6998CA32020}" srcOrd="1" destOrd="0" presId="urn:microsoft.com/office/officeart/2005/8/layout/hChevron3"/>
    <dgm:cxn modelId="{7F1169A3-36B2-4C7B-B1B8-4B7C5581E3CC}" type="presParOf" srcId="{2BAD27FF-08E8-4497-884B-917B02BC9AF2}" destId="{47E5C38D-7DBB-4591-AF37-3E0560EA7B5D}" srcOrd="2" destOrd="0" presId="urn:microsoft.com/office/officeart/2005/8/layout/hChevron3"/>
    <dgm:cxn modelId="{503ED590-C15C-49E3-930B-B96DE9338730}" type="presParOf" srcId="{2BAD27FF-08E8-4497-884B-917B02BC9AF2}" destId="{4317E639-6256-41AF-870C-B3C8032423C3}" srcOrd="3" destOrd="0" presId="urn:microsoft.com/office/officeart/2005/8/layout/hChevron3"/>
    <dgm:cxn modelId="{7F3A4DA1-7F0E-4B49-B10E-D4E502B8B430}" type="presParOf" srcId="{2BAD27FF-08E8-4497-884B-917B02BC9AF2}" destId="{652A39D3-F429-44F0-B68F-2347DA867BC5}" srcOrd="4" destOrd="0" presId="urn:microsoft.com/office/officeart/2005/8/layout/hChevron3"/>
    <dgm:cxn modelId="{B388A2BF-E91A-4947-B7B9-FC2DF2689F0B}" type="presParOf" srcId="{2BAD27FF-08E8-4497-884B-917B02BC9AF2}" destId="{EFBEC68C-933F-471C-BC32-536F9D7E6863}" srcOrd="5" destOrd="0" presId="urn:microsoft.com/office/officeart/2005/8/layout/hChevron3"/>
    <dgm:cxn modelId="{B5527E37-DB2E-48D8-A2A8-42E13E30630F}" type="presParOf" srcId="{2BAD27FF-08E8-4497-884B-917B02BC9AF2}" destId="{FC39C9DF-4551-4D23-92BD-CAA8BC814F1D}" srcOrd="6" destOrd="0" presId="urn:microsoft.com/office/officeart/2005/8/layout/hChevron3"/>
    <dgm:cxn modelId="{B50518CE-19BE-43C8-AA0E-8FC5B267D8A8}" type="presParOf" srcId="{2BAD27FF-08E8-4497-884B-917B02BC9AF2}" destId="{B323C126-7252-440E-9522-C0571B6268F3}" srcOrd="7" destOrd="0" presId="urn:microsoft.com/office/officeart/2005/8/layout/hChevron3"/>
    <dgm:cxn modelId="{F16FB9D1-21FF-4A81-A043-691D83C45CD6}" type="presParOf" srcId="{2BAD27FF-08E8-4497-884B-917B02BC9AF2}" destId="{8ABCD2AC-1155-4856-95B0-CF641EB23FDE}" srcOrd="8" destOrd="0" presId="urn:microsoft.com/office/officeart/2005/8/layout/hChevron3"/>
    <dgm:cxn modelId="{98E80C7B-D08D-4D50-B885-211CC8F6F8B2}" type="presParOf" srcId="{2BAD27FF-08E8-4497-884B-917B02BC9AF2}" destId="{63C9D51B-E4B6-4C18-A94B-0C3C6D8A30E3}" srcOrd="9" destOrd="0" presId="urn:microsoft.com/office/officeart/2005/8/layout/hChevron3"/>
    <dgm:cxn modelId="{F223E155-FB5A-49DD-90F2-04893646DA89}" type="presParOf" srcId="{2BAD27FF-08E8-4497-884B-917B02BC9AF2}" destId="{75CC07CA-ADFD-4188-800F-E0E46DC27D0B}" srcOrd="10" destOrd="0" presId="urn:microsoft.com/office/officeart/2005/8/layout/hChevron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55284EF-BC27-4DA5-9EDF-8AE4DDA7BC51}" type="doc">
      <dgm:prSet loTypeId="urn:microsoft.com/office/officeart/2005/8/layout/hChevron3" loCatId="process" qsTypeId="urn:microsoft.com/office/officeart/2005/8/quickstyle/simple1" qsCatId="simple" csTypeId="urn:microsoft.com/office/officeart/2005/8/colors/accent3_2" csCatId="accent3" phldr="1"/>
      <dgm:spPr/>
    </dgm:pt>
    <dgm:pt modelId="{F7E3C992-C657-49E7-ACA5-E42336492979}">
      <dgm:prSet phldrT="[Text]"/>
      <dgm:spPr>
        <a:solidFill>
          <a:schemeClr val="accent3">
            <a:lumMod val="60000"/>
            <a:lumOff val="40000"/>
          </a:schemeClr>
        </a:solidFill>
      </dgm:spPr>
      <dgm:t>
        <a:bodyPr/>
        <a:lstStyle/>
        <a:p>
          <a:r>
            <a:rPr lang="de-DE" dirty="0" err="1"/>
            <a:t>Rectified</a:t>
          </a:r>
          <a:r>
            <a:rPr lang="de-DE" dirty="0"/>
            <a:t>_</a:t>
          </a:r>
          <a:br>
            <a:rPr lang="de-DE" dirty="0"/>
          </a:br>
          <a:r>
            <a:rPr lang="de-DE" dirty="0" err="1"/>
            <a:t>Image_Node</a:t>
          </a:r>
          <a:endParaRPr lang="de-DE" dirty="0"/>
        </a:p>
      </dgm:t>
    </dgm:pt>
    <dgm:pt modelId="{6DCFBE8B-F45F-409D-98FF-6AF3399A8835}" type="parTrans" cxnId="{B1FF62FC-500F-4616-B74E-9EF829F9ED89}">
      <dgm:prSet/>
      <dgm:spPr/>
      <dgm:t>
        <a:bodyPr/>
        <a:lstStyle/>
        <a:p>
          <a:endParaRPr lang="de-DE"/>
        </a:p>
      </dgm:t>
    </dgm:pt>
    <dgm:pt modelId="{FFFC7363-591D-4181-94FA-06D98E216F60}" type="sibTrans" cxnId="{B1FF62FC-500F-4616-B74E-9EF829F9ED89}">
      <dgm:prSet/>
      <dgm:spPr/>
      <dgm:t>
        <a:bodyPr/>
        <a:lstStyle/>
        <a:p>
          <a:endParaRPr lang="de-DE"/>
        </a:p>
      </dgm:t>
    </dgm:pt>
    <dgm:pt modelId="{F2DFE4AB-F198-4BE7-9E95-7149171FE726}">
      <dgm:prSet phldrT="[Text]"/>
      <dgm:spPr>
        <a:solidFill>
          <a:schemeClr val="accent3">
            <a:lumMod val="60000"/>
            <a:lumOff val="40000"/>
          </a:schemeClr>
        </a:solidFill>
      </dgm:spPr>
      <dgm:t>
        <a:bodyPr/>
        <a:lstStyle/>
        <a:p>
          <a:r>
            <a:rPr lang="de-DE" dirty="0"/>
            <a:t>Fahren …</a:t>
          </a:r>
        </a:p>
      </dgm:t>
    </dgm:pt>
    <dgm:pt modelId="{33C54E50-A561-4388-A802-44486C05B301}" type="parTrans" cxnId="{4E86E676-75D2-4B33-921D-DBAD52BB0428}">
      <dgm:prSet/>
      <dgm:spPr/>
      <dgm:t>
        <a:bodyPr/>
        <a:lstStyle/>
        <a:p>
          <a:endParaRPr lang="de-DE"/>
        </a:p>
      </dgm:t>
    </dgm:pt>
    <dgm:pt modelId="{CD996BCA-9739-49A7-BE4F-2023DB5DD4E7}" type="sibTrans" cxnId="{4E86E676-75D2-4B33-921D-DBAD52BB0428}">
      <dgm:prSet/>
      <dgm:spPr/>
      <dgm:t>
        <a:bodyPr/>
        <a:lstStyle/>
        <a:p>
          <a:endParaRPr lang="de-DE"/>
        </a:p>
      </dgm:t>
    </dgm:pt>
    <dgm:pt modelId="{71C14D5C-CD96-489B-ADDD-87A1DE0C1BAC}">
      <dgm:prSet phldrT="[Text]"/>
      <dgm:spPr>
        <a:solidFill>
          <a:schemeClr val="accent3">
            <a:lumMod val="60000"/>
            <a:lumOff val="40000"/>
          </a:schemeClr>
        </a:solidFill>
      </dgm:spPr>
      <dgm:t>
        <a:bodyPr/>
        <a:lstStyle/>
        <a:p>
          <a:r>
            <a:rPr lang="de-DE" dirty="0" err="1"/>
            <a:t>Follow_Line</a:t>
          </a:r>
          <a:r>
            <a:rPr lang="de-DE" dirty="0"/>
            <a:t>_</a:t>
          </a:r>
          <a:br>
            <a:rPr lang="de-DE" dirty="0"/>
          </a:br>
          <a:r>
            <a:rPr lang="de-DE" dirty="0"/>
            <a:t>Node</a:t>
          </a:r>
        </a:p>
      </dgm:t>
    </dgm:pt>
    <dgm:pt modelId="{34A86944-71BB-4DDA-8E47-01BD0A07169A}" type="parTrans" cxnId="{60DAF504-CD4E-467E-935C-56A827B5701A}">
      <dgm:prSet/>
      <dgm:spPr/>
      <dgm:t>
        <a:bodyPr/>
        <a:lstStyle/>
        <a:p>
          <a:endParaRPr lang="de-DE"/>
        </a:p>
      </dgm:t>
    </dgm:pt>
    <dgm:pt modelId="{45678C71-3D1A-48BC-AD73-1ADEB7132ED0}" type="sibTrans" cxnId="{60DAF504-CD4E-467E-935C-56A827B5701A}">
      <dgm:prSet/>
      <dgm:spPr/>
      <dgm:t>
        <a:bodyPr/>
        <a:lstStyle/>
        <a:p>
          <a:endParaRPr lang="de-DE"/>
        </a:p>
      </dgm:t>
    </dgm:pt>
    <dgm:pt modelId="{3343B077-7519-4707-BD28-9FED6DBEB7F6}">
      <dgm:prSet phldrT="[Text]"/>
      <dgm:spPr>
        <a:solidFill>
          <a:schemeClr val="accent3">
            <a:lumMod val="60000"/>
            <a:lumOff val="40000"/>
          </a:schemeClr>
        </a:solidFill>
      </dgm:spPr>
      <dgm:t>
        <a:bodyPr/>
        <a:lstStyle/>
        <a:p>
          <a:r>
            <a:rPr lang="de-DE" dirty="0"/>
            <a:t>Zusammenspiel der Nodes</a:t>
          </a:r>
        </a:p>
      </dgm:t>
    </dgm:pt>
    <dgm:pt modelId="{B1EE7652-AF9F-44A2-BFCC-2B2926D54E21}" type="parTrans" cxnId="{38F58492-B3D6-4F45-AC34-178A3B69984B}">
      <dgm:prSet/>
      <dgm:spPr/>
      <dgm:t>
        <a:bodyPr/>
        <a:lstStyle/>
        <a:p>
          <a:endParaRPr lang="de-DE"/>
        </a:p>
      </dgm:t>
    </dgm:pt>
    <dgm:pt modelId="{E567DC1F-55AB-4039-B21B-2648C259E916}" type="sibTrans" cxnId="{38F58492-B3D6-4F45-AC34-178A3B69984B}">
      <dgm:prSet/>
      <dgm:spPr/>
      <dgm:t>
        <a:bodyPr/>
        <a:lstStyle/>
        <a:p>
          <a:endParaRPr lang="de-DE"/>
        </a:p>
      </dgm:t>
    </dgm:pt>
    <dgm:pt modelId="{ED79C73E-6D7D-4AF0-9E53-C6CD2332565F}">
      <dgm:prSet phldrT="[Text]"/>
      <dgm:spPr>
        <a:solidFill>
          <a:srgbClr val="AF708B"/>
        </a:solidFill>
      </dgm:spPr>
      <dgm:t>
        <a:bodyPr/>
        <a:lstStyle/>
        <a:p>
          <a:r>
            <a:rPr lang="de-DE" dirty="0"/>
            <a:t>Birdseye_</a:t>
          </a:r>
          <a:br>
            <a:rPr lang="de-DE" dirty="0"/>
          </a:br>
          <a:r>
            <a:rPr lang="de-DE" dirty="0"/>
            <a:t>Node</a:t>
          </a:r>
        </a:p>
      </dgm:t>
    </dgm:pt>
    <dgm:pt modelId="{5AB82E1E-7994-490D-AA44-70359502D7C4}" type="parTrans" cxnId="{6A80D28F-4911-4498-ACB1-0C193D905790}">
      <dgm:prSet/>
      <dgm:spPr/>
      <dgm:t>
        <a:bodyPr/>
        <a:lstStyle/>
        <a:p>
          <a:endParaRPr lang="de-DE"/>
        </a:p>
      </dgm:t>
    </dgm:pt>
    <dgm:pt modelId="{0CDA27B2-F892-453F-82C8-8AFDD50A345D}" type="sibTrans" cxnId="{6A80D28F-4911-4498-ACB1-0C193D905790}">
      <dgm:prSet/>
      <dgm:spPr/>
      <dgm:t>
        <a:bodyPr/>
        <a:lstStyle/>
        <a:p>
          <a:endParaRPr lang="de-DE"/>
        </a:p>
      </dgm:t>
    </dgm:pt>
    <dgm:pt modelId="{55BF9A51-9442-43BD-A7B1-C08A52DC14C0}">
      <dgm:prSet phldrT="[Text]"/>
      <dgm:spPr>
        <a:solidFill>
          <a:schemeClr val="accent3">
            <a:lumMod val="60000"/>
            <a:lumOff val="40000"/>
          </a:schemeClr>
        </a:solidFill>
      </dgm:spPr>
      <dgm:t>
        <a:bodyPr/>
        <a:lstStyle/>
        <a:p>
          <a:r>
            <a:rPr lang="de-DE" dirty="0" err="1"/>
            <a:t>Birdseye_With</a:t>
          </a:r>
          <a:r>
            <a:rPr lang="de-DE" dirty="0"/>
            <a:t>_</a:t>
          </a:r>
          <a:br>
            <a:rPr lang="de-DE" dirty="0"/>
          </a:br>
          <a:r>
            <a:rPr lang="de-DE" dirty="0" err="1"/>
            <a:t>LiDAR_Node</a:t>
          </a:r>
          <a:endParaRPr lang="de-DE" dirty="0"/>
        </a:p>
      </dgm:t>
    </dgm:pt>
    <dgm:pt modelId="{35303BBC-8F7E-401F-BF22-4BC9073B9D54}" type="parTrans" cxnId="{C28BF138-10CE-4AE2-9596-685DFA3537FD}">
      <dgm:prSet/>
      <dgm:spPr/>
      <dgm:t>
        <a:bodyPr/>
        <a:lstStyle/>
        <a:p>
          <a:endParaRPr lang="de-DE"/>
        </a:p>
      </dgm:t>
    </dgm:pt>
    <dgm:pt modelId="{8D7E3942-A186-4806-8E81-4ADA6E3C59D1}" type="sibTrans" cxnId="{C28BF138-10CE-4AE2-9596-685DFA3537FD}">
      <dgm:prSet/>
      <dgm:spPr/>
      <dgm:t>
        <a:bodyPr/>
        <a:lstStyle/>
        <a:p>
          <a:endParaRPr lang="de-DE"/>
        </a:p>
      </dgm:t>
    </dgm:pt>
    <dgm:pt modelId="{2BAD27FF-08E8-4497-884B-917B02BC9AF2}" type="pres">
      <dgm:prSet presAssocID="{D55284EF-BC27-4DA5-9EDF-8AE4DDA7BC51}" presName="Name0" presStyleCnt="0">
        <dgm:presLayoutVars>
          <dgm:dir/>
          <dgm:resizeHandles val="exact"/>
        </dgm:presLayoutVars>
      </dgm:prSet>
      <dgm:spPr/>
    </dgm:pt>
    <dgm:pt modelId="{AA7F5C41-158D-4160-AA0E-A9E925436152}" type="pres">
      <dgm:prSet presAssocID="{F7E3C992-C657-49E7-ACA5-E42336492979}" presName="parTxOnly" presStyleLbl="node1" presStyleIdx="0" presStyleCnt="6">
        <dgm:presLayoutVars>
          <dgm:bulletEnabled val="1"/>
        </dgm:presLayoutVars>
      </dgm:prSet>
      <dgm:spPr/>
    </dgm:pt>
    <dgm:pt modelId="{A2B8D1D5-A327-4594-8646-B6998CA32020}" type="pres">
      <dgm:prSet presAssocID="{FFFC7363-591D-4181-94FA-06D98E216F60}" presName="parSpace" presStyleCnt="0"/>
      <dgm:spPr/>
    </dgm:pt>
    <dgm:pt modelId="{47E5C38D-7DBB-4591-AF37-3E0560EA7B5D}" type="pres">
      <dgm:prSet presAssocID="{ED79C73E-6D7D-4AF0-9E53-C6CD2332565F}" presName="parTxOnly" presStyleLbl="node1" presStyleIdx="1" presStyleCnt="6">
        <dgm:presLayoutVars>
          <dgm:bulletEnabled val="1"/>
        </dgm:presLayoutVars>
      </dgm:prSet>
      <dgm:spPr/>
    </dgm:pt>
    <dgm:pt modelId="{4317E639-6256-41AF-870C-B3C8032423C3}" type="pres">
      <dgm:prSet presAssocID="{0CDA27B2-F892-453F-82C8-8AFDD50A345D}" presName="parSpace" presStyleCnt="0"/>
      <dgm:spPr/>
    </dgm:pt>
    <dgm:pt modelId="{652A39D3-F429-44F0-B68F-2347DA867BC5}" type="pres">
      <dgm:prSet presAssocID="{55BF9A51-9442-43BD-A7B1-C08A52DC14C0}" presName="parTxOnly" presStyleLbl="node1" presStyleIdx="2" presStyleCnt="6">
        <dgm:presLayoutVars>
          <dgm:bulletEnabled val="1"/>
        </dgm:presLayoutVars>
      </dgm:prSet>
      <dgm:spPr/>
    </dgm:pt>
    <dgm:pt modelId="{EFBEC68C-933F-471C-BC32-536F9D7E6863}" type="pres">
      <dgm:prSet presAssocID="{8D7E3942-A186-4806-8E81-4ADA6E3C59D1}" presName="parSpace" presStyleCnt="0"/>
      <dgm:spPr/>
    </dgm:pt>
    <dgm:pt modelId="{FC39C9DF-4551-4D23-92BD-CAA8BC814F1D}" type="pres">
      <dgm:prSet presAssocID="{71C14D5C-CD96-489B-ADDD-87A1DE0C1BAC}" presName="parTxOnly" presStyleLbl="node1" presStyleIdx="3" presStyleCnt="6">
        <dgm:presLayoutVars>
          <dgm:bulletEnabled val="1"/>
        </dgm:presLayoutVars>
      </dgm:prSet>
      <dgm:spPr/>
    </dgm:pt>
    <dgm:pt modelId="{B323C126-7252-440E-9522-C0571B6268F3}" type="pres">
      <dgm:prSet presAssocID="{45678C71-3D1A-48BC-AD73-1ADEB7132ED0}" presName="parSpace" presStyleCnt="0"/>
      <dgm:spPr/>
    </dgm:pt>
    <dgm:pt modelId="{8ABCD2AC-1155-4856-95B0-CF641EB23FDE}" type="pres">
      <dgm:prSet presAssocID="{3343B077-7519-4707-BD28-9FED6DBEB7F6}" presName="parTxOnly" presStyleLbl="node1" presStyleIdx="4" presStyleCnt="6">
        <dgm:presLayoutVars>
          <dgm:bulletEnabled val="1"/>
        </dgm:presLayoutVars>
      </dgm:prSet>
      <dgm:spPr/>
    </dgm:pt>
    <dgm:pt modelId="{63C9D51B-E4B6-4C18-A94B-0C3C6D8A30E3}" type="pres">
      <dgm:prSet presAssocID="{E567DC1F-55AB-4039-B21B-2648C259E916}" presName="parSpace" presStyleCnt="0"/>
      <dgm:spPr/>
    </dgm:pt>
    <dgm:pt modelId="{75CC07CA-ADFD-4188-800F-E0E46DC27D0B}" type="pres">
      <dgm:prSet presAssocID="{F2DFE4AB-F198-4BE7-9E95-7149171FE726}" presName="parTxOnly" presStyleLbl="node1" presStyleIdx="5" presStyleCnt="6">
        <dgm:presLayoutVars>
          <dgm:bulletEnabled val="1"/>
        </dgm:presLayoutVars>
      </dgm:prSet>
      <dgm:spPr/>
    </dgm:pt>
  </dgm:ptLst>
  <dgm:cxnLst>
    <dgm:cxn modelId="{60DAF504-CD4E-467E-935C-56A827B5701A}" srcId="{D55284EF-BC27-4DA5-9EDF-8AE4DDA7BC51}" destId="{71C14D5C-CD96-489B-ADDD-87A1DE0C1BAC}" srcOrd="3" destOrd="0" parTransId="{34A86944-71BB-4DDA-8E47-01BD0A07169A}" sibTransId="{45678C71-3D1A-48BC-AD73-1ADEB7132ED0}"/>
    <dgm:cxn modelId="{144F4931-A73D-4D7B-8133-0828AAACE357}" type="presOf" srcId="{D55284EF-BC27-4DA5-9EDF-8AE4DDA7BC51}" destId="{2BAD27FF-08E8-4497-884B-917B02BC9AF2}" srcOrd="0" destOrd="0" presId="urn:microsoft.com/office/officeart/2005/8/layout/hChevron3"/>
    <dgm:cxn modelId="{C28BF138-10CE-4AE2-9596-685DFA3537FD}" srcId="{D55284EF-BC27-4DA5-9EDF-8AE4DDA7BC51}" destId="{55BF9A51-9442-43BD-A7B1-C08A52DC14C0}" srcOrd="2" destOrd="0" parTransId="{35303BBC-8F7E-401F-BF22-4BC9073B9D54}" sibTransId="{8D7E3942-A186-4806-8E81-4ADA6E3C59D1}"/>
    <dgm:cxn modelId="{D6725870-1BAE-4893-AB5E-49D5D3431F7A}" type="presOf" srcId="{F7E3C992-C657-49E7-ACA5-E42336492979}" destId="{AA7F5C41-158D-4160-AA0E-A9E925436152}" srcOrd="0" destOrd="0" presId="urn:microsoft.com/office/officeart/2005/8/layout/hChevron3"/>
    <dgm:cxn modelId="{9FB8DE75-937C-46FA-9A06-2E96FF13AF02}" type="presOf" srcId="{71C14D5C-CD96-489B-ADDD-87A1DE0C1BAC}" destId="{FC39C9DF-4551-4D23-92BD-CAA8BC814F1D}" srcOrd="0" destOrd="0" presId="urn:microsoft.com/office/officeart/2005/8/layout/hChevron3"/>
    <dgm:cxn modelId="{4E86E676-75D2-4B33-921D-DBAD52BB0428}" srcId="{D55284EF-BC27-4DA5-9EDF-8AE4DDA7BC51}" destId="{F2DFE4AB-F198-4BE7-9E95-7149171FE726}" srcOrd="5" destOrd="0" parTransId="{33C54E50-A561-4388-A802-44486C05B301}" sibTransId="{CD996BCA-9739-49A7-BE4F-2023DB5DD4E7}"/>
    <dgm:cxn modelId="{6A80D28F-4911-4498-ACB1-0C193D905790}" srcId="{D55284EF-BC27-4DA5-9EDF-8AE4DDA7BC51}" destId="{ED79C73E-6D7D-4AF0-9E53-C6CD2332565F}" srcOrd="1" destOrd="0" parTransId="{5AB82E1E-7994-490D-AA44-70359502D7C4}" sibTransId="{0CDA27B2-F892-453F-82C8-8AFDD50A345D}"/>
    <dgm:cxn modelId="{38F58492-B3D6-4F45-AC34-178A3B69984B}" srcId="{D55284EF-BC27-4DA5-9EDF-8AE4DDA7BC51}" destId="{3343B077-7519-4707-BD28-9FED6DBEB7F6}" srcOrd="4" destOrd="0" parTransId="{B1EE7652-AF9F-44A2-BFCC-2B2926D54E21}" sibTransId="{E567DC1F-55AB-4039-B21B-2648C259E916}"/>
    <dgm:cxn modelId="{11A8F5A3-DB94-40E7-B444-A0F28AD52A5B}" type="presOf" srcId="{55BF9A51-9442-43BD-A7B1-C08A52DC14C0}" destId="{652A39D3-F429-44F0-B68F-2347DA867BC5}" srcOrd="0" destOrd="0" presId="urn:microsoft.com/office/officeart/2005/8/layout/hChevron3"/>
    <dgm:cxn modelId="{287F16AB-8D8B-45D7-A777-AC424CCAE87F}" type="presOf" srcId="{F2DFE4AB-F198-4BE7-9E95-7149171FE726}" destId="{75CC07CA-ADFD-4188-800F-E0E46DC27D0B}" srcOrd="0" destOrd="0" presId="urn:microsoft.com/office/officeart/2005/8/layout/hChevron3"/>
    <dgm:cxn modelId="{4DBFDAE2-7757-4BB8-86B7-2F777E01497A}" type="presOf" srcId="{ED79C73E-6D7D-4AF0-9E53-C6CD2332565F}" destId="{47E5C38D-7DBB-4591-AF37-3E0560EA7B5D}" srcOrd="0" destOrd="0" presId="urn:microsoft.com/office/officeart/2005/8/layout/hChevron3"/>
    <dgm:cxn modelId="{B1FF62FC-500F-4616-B74E-9EF829F9ED89}" srcId="{D55284EF-BC27-4DA5-9EDF-8AE4DDA7BC51}" destId="{F7E3C992-C657-49E7-ACA5-E42336492979}" srcOrd="0" destOrd="0" parTransId="{6DCFBE8B-F45F-409D-98FF-6AF3399A8835}" sibTransId="{FFFC7363-591D-4181-94FA-06D98E216F60}"/>
    <dgm:cxn modelId="{7E596AFD-CD2C-4A67-AF26-1FED23BD0D0E}" type="presOf" srcId="{3343B077-7519-4707-BD28-9FED6DBEB7F6}" destId="{8ABCD2AC-1155-4856-95B0-CF641EB23FDE}" srcOrd="0" destOrd="0" presId="urn:microsoft.com/office/officeart/2005/8/layout/hChevron3"/>
    <dgm:cxn modelId="{B62AB937-B420-4240-BB4B-33C34ADC07E6}" type="presParOf" srcId="{2BAD27FF-08E8-4497-884B-917B02BC9AF2}" destId="{AA7F5C41-158D-4160-AA0E-A9E925436152}" srcOrd="0" destOrd="0" presId="urn:microsoft.com/office/officeart/2005/8/layout/hChevron3"/>
    <dgm:cxn modelId="{D28CA0A0-98EA-43C3-B18C-7267D04634BE}" type="presParOf" srcId="{2BAD27FF-08E8-4497-884B-917B02BC9AF2}" destId="{A2B8D1D5-A327-4594-8646-B6998CA32020}" srcOrd="1" destOrd="0" presId="urn:microsoft.com/office/officeart/2005/8/layout/hChevron3"/>
    <dgm:cxn modelId="{7F1169A3-36B2-4C7B-B1B8-4B7C5581E3CC}" type="presParOf" srcId="{2BAD27FF-08E8-4497-884B-917B02BC9AF2}" destId="{47E5C38D-7DBB-4591-AF37-3E0560EA7B5D}" srcOrd="2" destOrd="0" presId="urn:microsoft.com/office/officeart/2005/8/layout/hChevron3"/>
    <dgm:cxn modelId="{503ED590-C15C-49E3-930B-B96DE9338730}" type="presParOf" srcId="{2BAD27FF-08E8-4497-884B-917B02BC9AF2}" destId="{4317E639-6256-41AF-870C-B3C8032423C3}" srcOrd="3" destOrd="0" presId="urn:microsoft.com/office/officeart/2005/8/layout/hChevron3"/>
    <dgm:cxn modelId="{7F3A4DA1-7F0E-4B49-B10E-D4E502B8B430}" type="presParOf" srcId="{2BAD27FF-08E8-4497-884B-917B02BC9AF2}" destId="{652A39D3-F429-44F0-B68F-2347DA867BC5}" srcOrd="4" destOrd="0" presId="urn:microsoft.com/office/officeart/2005/8/layout/hChevron3"/>
    <dgm:cxn modelId="{B388A2BF-E91A-4947-B7B9-FC2DF2689F0B}" type="presParOf" srcId="{2BAD27FF-08E8-4497-884B-917B02BC9AF2}" destId="{EFBEC68C-933F-471C-BC32-536F9D7E6863}" srcOrd="5" destOrd="0" presId="urn:microsoft.com/office/officeart/2005/8/layout/hChevron3"/>
    <dgm:cxn modelId="{B5527E37-DB2E-48D8-A2A8-42E13E30630F}" type="presParOf" srcId="{2BAD27FF-08E8-4497-884B-917B02BC9AF2}" destId="{FC39C9DF-4551-4D23-92BD-CAA8BC814F1D}" srcOrd="6" destOrd="0" presId="urn:microsoft.com/office/officeart/2005/8/layout/hChevron3"/>
    <dgm:cxn modelId="{B50518CE-19BE-43C8-AA0E-8FC5B267D8A8}" type="presParOf" srcId="{2BAD27FF-08E8-4497-884B-917B02BC9AF2}" destId="{B323C126-7252-440E-9522-C0571B6268F3}" srcOrd="7" destOrd="0" presId="urn:microsoft.com/office/officeart/2005/8/layout/hChevron3"/>
    <dgm:cxn modelId="{F16FB9D1-21FF-4A81-A043-691D83C45CD6}" type="presParOf" srcId="{2BAD27FF-08E8-4497-884B-917B02BC9AF2}" destId="{8ABCD2AC-1155-4856-95B0-CF641EB23FDE}" srcOrd="8" destOrd="0" presId="urn:microsoft.com/office/officeart/2005/8/layout/hChevron3"/>
    <dgm:cxn modelId="{98E80C7B-D08D-4D50-B885-211CC8F6F8B2}" type="presParOf" srcId="{2BAD27FF-08E8-4497-884B-917B02BC9AF2}" destId="{63C9D51B-E4B6-4C18-A94B-0C3C6D8A30E3}" srcOrd="9" destOrd="0" presId="urn:microsoft.com/office/officeart/2005/8/layout/hChevron3"/>
    <dgm:cxn modelId="{F223E155-FB5A-49DD-90F2-04893646DA89}" type="presParOf" srcId="{2BAD27FF-08E8-4497-884B-917B02BC9AF2}" destId="{75CC07CA-ADFD-4188-800F-E0E46DC27D0B}" srcOrd="10" destOrd="0" presId="urn:microsoft.com/office/officeart/2005/8/layout/hChevron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55284EF-BC27-4DA5-9EDF-8AE4DDA7BC51}" type="doc">
      <dgm:prSet loTypeId="urn:microsoft.com/office/officeart/2005/8/layout/hChevron3" loCatId="process" qsTypeId="urn:microsoft.com/office/officeart/2005/8/quickstyle/simple1" qsCatId="simple" csTypeId="urn:microsoft.com/office/officeart/2005/8/colors/accent3_2" csCatId="accent3" phldr="1"/>
      <dgm:spPr/>
    </dgm:pt>
    <dgm:pt modelId="{F7E3C992-C657-49E7-ACA5-E42336492979}">
      <dgm:prSet phldrT="[Text]"/>
      <dgm:spPr>
        <a:solidFill>
          <a:schemeClr val="accent3">
            <a:lumMod val="60000"/>
            <a:lumOff val="40000"/>
          </a:schemeClr>
        </a:solidFill>
      </dgm:spPr>
      <dgm:t>
        <a:bodyPr/>
        <a:lstStyle/>
        <a:p>
          <a:r>
            <a:rPr lang="de-DE" dirty="0" err="1"/>
            <a:t>Rectified</a:t>
          </a:r>
          <a:r>
            <a:rPr lang="de-DE" dirty="0"/>
            <a:t>_</a:t>
          </a:r>
          <a:br>
            <a:rPr lang="de-DE" dirty="0"/>
          </a:br>
          <a:r>
            <a:rPr lang="de-DE" dirty="0" err="1"/>
            <a:t>Image_Node</a:t>
          </a:r>
          <a:endParaRPr lang="de-DE" dirty="0"/>
        </a:p>
      </dgm:t>
    </dgm:pt>
    <dgm:pt modelId="{6DCFBE8B-F45F-409D-98FF-6AF3399A8835}" type="parTrans" cxnId="{B1FF62FC-500F-4616-B74E-9EF829F9ED89}">
      <dgm:prSet/>
      <dgm:spPr/>
      <dgm:t>
        <a:bodyPr/>
        <a:lstStyle/>
        <a:p>
          <a:endParaRPr lang="de-DE"/>
        </a:p>
      </dgm:t>
    </dgm:pt>
    <dgm:pt modelId="{FFFC7363-591D-4181-94FA-06D98E216F60}" type="sibTrans" cxnId="{B1FF62FC-500F-4616-B74E-9EF829F9ED89}">
      <dgm:prSet/>
      <dgm:spPr/>
      <dgm:t>
        <a:bodyPr/>
        <a:lstStyle/>
        <a:p>
          <a:endParaRPr lang="de-DE"/>
        </a:p>
      </dgm:t>
    </dgm:pt>
    <dgm:pt modelId="{F2DFE4AB-F198-4BE7-9E95-7149171FE726}">
      <dgm:prSet phldrT="[Text]"/>
      <dgm:spPr>
        <a:solidFill>
          <a:schemeClr val="accent3">
            <a:lumMod val="60000"/>
            <a:lumOff val="40000"/>
          </a:schemeClr>
        </a:solidFill>
      </dgm:spPr>
      <dgm:t>
        <a:bodyPr/>
        <a:lstStyle/>
        <a:p>
          <a:r>
            <a:rPr lang="de-DE" dirty="0"/>
            <a:t>Fahren …</a:t>
          </a:r>
        </a:p>
      </dgm:t>
    </dgm:pt>
    <dgm:pt modelId="{33C54E50-A561-4388-A802-44486C05B301}" type="parTrans" cxnId="{4E86E676-75D2-4B33-921D-DBAD52BB0428}">
      <dgm:prSet/>
      <dgm:spPr/>
      <dgm:t>
        <a:bodyPr/>
        <a:lstStyle/>
        <a:p>
          <a:endParaRPr lang="de-DE"/>
        </a:p>
      </dgm:t>
    </dgm:pt>
    <dgm:pt modelId="{CD996BCA-9739-49A7-BE4F-2023DB5DD4E7}" type="sibTrans" cxnId="{4E86E676-75D2-4B33-921D-DBAD52BB0428}">
      <dgm:prSet/>
      <dgm:spPr/>
      <dgm:t>
        <a:bodyPr/>
        <a:lstStyle/>
        <a:p>
          <a:endParaRPr lang="de-DE"/>
        </a:p>
      </dgm:t>
    </dgm:pt>
    <dgm:pt modelId="{71C14D5C-CD96-489B-ADDD-87A1DE0C1BAC}">
      <dgm:prSet phldrT="[Text]"/>
      <dgm:spPr>
        <a:solidFill>
          <a:schemeClr val="accent3">
            <a:lumMod val="60000"/>
            <a:lumOff val="40000"/>
          </a:schemeClr>
        </a:solidFill>
      </dgm:spPr>
      <dgm:t>
        <a:bodyPr/>
        <a:lstStyle/>
        <a:p>
          <a:r>
            <a:rPr lang="de-DE" dirty="0" err="1"/>
            <a:t>Follow_Line</a:t>
          </a:r>
          <a:r>
            <a:rPr lang="de-DE" dirty="0"/>
            <a:t>_</a:t>
          </a:r>
          <a:br>
            <a:rPr lang="de-DE" dirty="0"/>
          </a:br>
          <a:r>
            <a:rPr lang="de-DE" dirty="0"/>
            <a:t>Node</a:t>
          </a:r>
        </a:p>
      </dgm:t>
    </dgm:pt>
    <dgm:pt modelId="{34A86944-71BB-4DDA-8E47-01BD0A07169A}" type="parTrans" cxnId="{60DAF504-CD4E-467E-935C-56A827B5701A}">
      <dgm:prSet/>
      <dgm:spPr/>
      <dgm:t>
        <a:bodyPr/>
        <a:lstStyle/>
        <a:p>
          <a:endParaRPr lang="de-DE"/>
        </a:p>
      </dgm:t>
    </dgm:pt>
    <dgm:pt modelId="{45678C71-3D1A-48BC-AD73-1ADEB7132ED0}" type="sibTrans" cxnId="{60DAF504-CD4E-467E-935C-56A827B5701A}">
      <dgm:prSet/>
      <dgm:spPr/>
      <dgm:t>
        <a:bodyPr/>
        <a:lstStyle/>
        <a:p>
          <a:endParaRPr lang="de-DE"/>
        </a:p>
      </dgm:t>
    </dgm:pt>
    <dgm:pt modelId="{3343B077-7519-4707-BD28-9FED6DBEB7F6}">
      <dgm:prSet phldrT="[Text]"/>
      <dgm:spPr>
        <a:solidFill>
          <a:schemeClr val="accent3">
            <a:lumMod val="60000"/>
            <a:lumOff val="40000"/>
          </a:schemeClr>
        </a:solidFill>
      </dgm:spPr>
      <dgm:t>
        <a:bodyPr/>
        <a:lstStyle/>
        <a:p>
          <a:r>
            <a:rPr lang="de-DE" dirty="0"/>
            <a:t>Zusammenspiel der Nodes</a:t>
          </a:r>
        </a:p>
      </dgm:t>
    </dgm:pt>
    <dgm:pt modelId="{B1EE7652-AF9F-44A2-BFCC-2B2926D54E21}" type="parTrans" cxnId="{38F58492-B3D6-4F45-AC34-178A3B69984B}">
      <dgm:prSet/>
      <dgm:spPr/>
      <dgm:t>
        <a:bodyPr/>
        <a:lstStyle/>
        <a:p>
          <a:endParaRPr lang="de-DE"/>
        </a:p>
      </dgm:t>
    </dgm:pt>
    <dgm:pt modelId="{E567DC1F-55AB-4039-B21B-2648C259E916}" type="sibTrans" cxnId="{38F58492-B3D6-4F45-AC34-178A3B69984B}">
      <dgm:prSet/>
      <dgm:spPr/>
      <dgm:t>
        <a:bodyPr/>
        <a:lstStyle/>
        <a:p>
          <a:endParaRPr lang="de-DE"/>
        </a:p>
      </dgm:t>
    </dgm:pt>
    <dgm:pt modelId="{ED79C73E-6D7D-4AF0-9E53-C6CD2332565F}">
      <dgm:prSet phldrT="[Text]"/>
      <dgm:spPr>
        <a:solidFill>
          <a:srgbClr val="AF708B"/>
        </a:solidFill>
      </dgm:spPr>
      <dgm:t>
        <a:bodyPr/>
        <a:lstStyle/>
        <a:p>
          <a:r>
            <a:rPr lang="de-DE" dirty="0"/>
            <a:t>Birdseye_</a:t>
          </a:r>
          <a:br>
            <a:rPr lang="de-DE" dirty="0"/>
          </a:br>
          <a:r>
            <a:rPr lang="de-DE" dirty="0"/>
            <a:t>Node</a:t>
          </a:r>
        </a:p>
      </dgm:t>
    </dgm:pt>
    <dgm:pt modelId="{5AB82E1E-7994-490D-AA44-70359502D7C4}" type="parTrans" cxnId="{6A80D28F-4911-4498-ACB1-0C193D905790}">
      <dgm:prSet/>
      <dgm:spPr/>
      <dgm:t>
        <a:bodyPr/>
        <a:lstStyle/>
        <a:p>
          <a:endParaRPr lang="de-DE"/>
        </a:p>
      </dgm:t>
    </dgm:pt>
    <dgm:pt modelId="{0CDA27B2-F892-453F-82C8-8AFDD50A345D}" type="sibTrans" cxnId="{6A80D28F-4911-4498-ACB1-0C193D905790}">
      <dgm:prSet/>
      <dgm:spPr/>
      <dgm:t>
        <a:bodyPr/>
        <a:lstStyle/>
        <a:p>
          <a:endParaRPr lang="de-DE"/>
        </a:p>
      </dgm:t>
    </dgm:pt>
    <dgm:pt modelId="{55BF9A51-9442-43BD-A7B1-C08A52DC14C0}">
      <dgm:prSet phldrT="[Text]"/>
      <dgm:spPr>
        <a:solidFill>
          <a:schemeClr val="accent3">
            <a:lumMod val="60000"/>
            <a:lumOff val="40000"/>
          </a:schemeClr>
        </a:solidFill>
      </dgm:spPr>
      <dgm:t>
        <a:bodyPr/>
        <a:lstStyle/>
        <a:p>
          <a:r>
            <a:rPr lang="de-DE" dirty="0" err="1"/>
            <a:t>Birdseye_With</a:t>
          </a:r>
          <a:r>
            <a:rPr lang="de-DE" dirty="0"/>
            <a:t>_</a:t>
          </a:r>
          <a:br>
            <a:rPr lang="de-DE" dirty="0"/>
          </a:br>
          <a:r>
            <a:rPr lang="de-DE" dirty="0" err="1"/>
            <a:t>LiDAR_Node</a:t>
          </a:r>
          <a:endParaRPr lang="de-DE" dirty="0"/>
        </a:p>
      </dgm:t>
    </dgm:pt>
    <dgm:pt modelId="{35303BBC-8F7E-401F-BF22-4BC9073B9D54}" type="parTrans" cxnId="{C28BF138-10CE-4AE2-9596-685DFA3537FD}">
      <dgm:prSet/>
      <dgm:spPr/>
      <dgm:t>
        <a:bodyPr/>
        <a:lstStyle/>
        <a:p>
          <a:endParaRPr lang="de-DE"/>
        </a:p>
      </dgm:t>
    </dgm:pt>
    <dgm:pt modelId="{8D7E3942-A186-4806-8E81-4ADA6E3C59D1}" type="sibTrans" cxnId="{C28BF138-10CE-4AE2-9596-685DFA3537FD}">
      <dgm:prSet/>
      <dgm:spPr/>
      <dgm:t>
        <a:bodyPr/>
        <a:lstStyle/>
        <a:p>
          <a:endParaRPr lang="de-DE"/>
        </a:p>
      </dgm:t>
    </dgm:pt>
    <dgm:pt modelId="{2BAD27FF-08E8-4497-884B-917B02BC9AF2}" type="pres">
      <dgm:prSet presAssocID="{D55284EF-BC27-4DA5-9EDF-8AE4DDA7BC51}" presName="Name0" presStyleCnt="0">
        <dgm:presLayoutVars>
          <dgm:dir/>
          <dgm:resizeHandles val="exact"/>
        </dgm:presLayoutVars>
      </dgm:prSet>
      <dgm:spPr/>
    </dgm:pt>
    <dgm:pt modelId="{AA7F5C41-158D-4160-AA0E-A9E925436152}" type="pres">
      <dgm:prSet presAssocID="{F7E3C992-C657-49E7-ACA5-E42336492979}" presName="parTxOnly" presStyleLbl="node1" presStyleIdx="0" presStyleCnt="6">
        <dgm:presLayoutVars>
          <dgm:bulletEnabled val="1"/>
        </dgm:presLayoutVars>
      </dgm:prSet>
      <dgm:spPr/>
    </dgm:pt>
    <dgm:pt modelId="{A2B8D1D5-A327-4594-8646-B6998CA32020}" type="pres">
      <dgm:prSet presAssocID="{FFFC7363-591D-4181-94FA-06D98E216F60}" presName="parSpace" presStyleCnt="0"/>
      <dgm:spPr/>
    </dgm:pt>
    <dgm:pt modelId="{47E5C38D-7DBB-4591-AF37-3E0560EA7B5D}" type="pres">
      <dgm:prSet presAssocID="{ED79C73E-6D7D-4AF0-9E53-C6CD2332565F}" presName="parTxOnly" presStyleLbl="node1" presStyleIdx="1" presStyleCnt="6">
        <dgm:presLayoutVars>
          <dgm:bulletEnabled val="1"/>
        </dgm:presLayoutVars>
      </dgm:prSet>
      <dgm:spPr/>
    </dgm:pt>
    <dgm:pt modelId="{4317E639-6256-41AF-870C-B3C8032423C3}" type="pres">
      <dgm:prSet presAssocID="{0CDA27B2-F892-453F-82C8-8AFDD50A345D}" presName="parSpace" presStyleCnt="0"/>
      <dgm:spPr/>
    </dgm:pt>
    <dgm:pt modelId="{652A39D3-F429-44F0-B68F-2347DA867BC5}" type="pres">
      <dgm:prSet presAssocID="{55BF9A51-9442-43BD-A7B1-C08A52DC14C0}" presName="parTxOnly" presStyleLbl="node1" presStyleIdx="2" presStyleCnt="6">
        <dgm:presLayoutVars>
          <dgm:bulletEnabled val="1"/>
        </dgm:presLayoutVars>
      </dgm:prSet>
      <dgm:spPr/>
    </dgm:pt>
    <dgm:pt modelId="{EFBEC68C-933F-471C-BC32-536F9D7E6863}" type="pres">
      <dgm:prSet presAssocID="{8D7E3942-A186-4806-8E81-4ADA6E3C59D1}" presName="parSpace" presStyleCnt="0"/>
      <dgm:spPr/>
    </dgm:pt>
    <dgm:pt modelId="{FC39C9DF-4551-4D23-92BD-CAA8BC814F1D}" type="pres">
      <dgm:prSet presAssocID="{71C14D5C-CD96-489B-ADDD-87A1DE0C1BAC}" presName="parTxOnly" presStyleLbl="node1" presStyleIdx="3" presStyleCnt="6">
        <dgm:presLayoutVars>
          <dgm:bulletEnabled val="1"/>
        </dgm:presLayoutVars>
      </dgm:prSet>
      <dgm:spPr/>
    </dgm:pt>
    <dgm:pt modelId="{B323C126-7252-440E-9522-C0571B6268F3}" type="pres">
      <dgm:prSet presAssocID="{45678C71-3D1A-48BC-AD73-1ADEB7132ED0}" presName="parSpace" presStyleCnt="0"/>
      <dgm:spPr/>
    </dgm:pt>
    <dgm:pt modelId="{8ABCD2AC-1155-4856-95B0-CF641EB23FDE}" type="pres">
      <dgm:prSet presAssocID="{3343B077-7519-4707-BD28-9FED6DBEB7F6}" presName="parTxOnly" presStyleLbl="node1" presStyleIdx="4" presStyleCnt="6">
        <dgm:presLayoutVars>
          <dgm:bulletEnabled val="1"/>
        </dgm:presLayoutVars>
      </dgm:prSet>
      <dgm:spPr/>
    </dgm:pt>
    <dgm:pt modelId="{63C9D51B-E4B6-4C18-A94B-0C3C6D8A30E3}" type="pres">
      <dgm:prSet presAssocID="{E567DC1F-55AB-4039-B21B-2648C259E916}" presName="parSpace" presStyleCnt="0"/>
      <dgm:spPr/>
    </dgm:pt>
    <dgm:pt modelId="{75CC07CA-ADFD-4188-800F-E0E46DC27D0B}" type="pres">
      <dgm:prSet presAssocID="{F2DFE4AB-F198-4BE7-9E95-7149171FE726}" presName="parTxOnly" presStyleLbl="node1" presStyleIdx="5" presStyleCnt="6">
        <dgm:presLayoutVars>
          <dgm:bulletEnabled val="1"/>
        </dgm:presLayoutVars>
      </dgm:prSet>
      <dgm:spPr/>
    </dgm:pt>
  </dgm:ptLst>
  <dgm:cxnLst>
    <dgm:cxn modelId="{60DAF504-CD4E-467E-935C-56A827B5701A}" srcId="{D55284EF-BC27-4DA5-9EDF-8AE4DDA7BC51}" destId="{71C14D5C-CD96-489B-ADDD-87A1DE0C1BAC}" srcOrd="3" destOrd="0" parTransId="{34A86944-71BB-4DDA-8E47-01BD0A07169A}" sibTransId="{45678C71-3D1A-48BC-AD73-1ADEB7132ED0}"/>
    <dgm:cxn modelId="{144F4931-A73D-4D7B-8133-0828AAACE357}" type="presOf" srcId="{D55284EF-BC27-4DA5-9EDF-8AE4DDA7BC51}" destId="{2BAD27FF-08E8-4497-884B-917B02BC9AF2}" srcOrd="0" destOrd="0" presId="urn:microsoft.com/office/officeart/2005/8/layout/hChevron3"/>
    <dgm:cxn modelId="{C28BF138-10CE-4AE2-9596-685DFA3537FD}" srcId="{D55284EF-BC27-4DA5-9EDF-8AE4DDA7BC51}" destId="{55BF9A51-9442-43BD-A7B1-C08A52DC14C0}" srcOrd="2" destOrd="0" parTransId="{35303BBC-8F7E-401F-BF22-4BC9073B9D54}" sibTransId="{8D7E3942-A186-4806-8E81-4ADA6E3C59D1}"/>
    <dgm:cxn modelId="{D6725870-1BAE-4893-AB5E-49D5D3431F7A}" type="presOf" srcId="{F7E3C992-C657-49E7-ACA5-E42336492979}" destId="{AA7F5C41-158D-4160-AA0E-A9E925436152}" srcOrd="0" destOrd="0" presId="urn:microsoft.com/office/officeart/2005/8/layout/hChevron3"/>
    <dgm:cxn modelId="{9FB8DE75-937C-46FA-9A06-2E96FF13AF02}" type="presOf" srcId="{71C14D5C-CD96-489B-ADDD-87A1DE0C1BAC}" destId="{FC39C9DF-4551-4D23-92BD-CAA8BC814F1D}" srcOrd="0" destOrd="0" presId="urn:microsoft.com/office/officeart/2005/8/layout/hChevron3"/>
    <dgm:cxn modelId="{4E86E676-75D2-4B33-921D-DBAD52BB0428}" srcId="{D55284EF-BC27-4DA5-9EDF-8AE4DDA7BC51}" destId="{F2DFE4AB-F198-4BE7-9E95-7149171FE726}" srcOrd="5" destOrd="0" parTransId="{33C54E50-A561-4388-A802-44486C05B301}" sibTransId="{CD996BCA-9739-49A7-BE4F-2023DB5DD4E7}"/>
    <dgm:cxn modelId="{6A80D28F-4911-4498-ACB1-0C193D905790}" srcId="{D55284EF-BC27-4DA5-9EDF-8AE4DDA7BC51}" destId="{ED79C73E-6D7D-4AF0-9E53-C6CD2332565F}" srcOrd="1" destOrd="0" parTransId="{5AB82E1E-7994-490D-AA44-70359502D7C4}" sibTransId="{0CDA27B2-F892-453F-82C8-8AFDD50A345D}"/>
    <dgm:cxn modelId="{38F58492-B3D6-4F45-AC34-178A3B69984B}" srcId="{D55284EF-BC27-4DA5-9EDF-8AE4DDA7BC51}" destId="{3343B077-7519-4707-BD28-9FED6DBEB7F6}" srcOrd="4" destOrd="0" parTransId="{B1EE7652-AF9F-44A2-BFCC-2B2926D54E21}" sibTransId="{E567DC1F-55AB-4039-B21B-2648C259E916}"/>
    <dgm:cxn modelId="{11A8F5A3-DB94-40E7-B444-A0F28AD52A5B}" type="presOf" srcId="{55BF9A51-9442-43BD-A7B1-C08A52DC14C0}" destId="{652A39D3-F429-44F0-B68F-2347DA867BC5}" srcOrd="0" destOrd="0" presId="urn:microsoft.com/office/officeart/2005/8/layout/hChevron3"/>
    <dgm:cxn modelId="{287F16AB-8D8B-45D7-A777-AC424CCAE87F}" type="presOf" srcId="{F2DFE4AB-F198-4BE7-9E95-7149171FE726}" destId="{75CC07CA-ADFD-4188-800F-E0E46DC27D0B}" srcOrd="0" destOrd="0" presId="urn:microsoft.com/office/officeart/2005/8/layout/hChevron3"/>
    <dgm:cxn modelId="{4DBFDAE2-7757-4BB8-86B7-2F777E01497A}" type="presOf" srcId="{ED79C73E-6D7D-4AF0-9E53-C6CD2332565F}" destId="{47E5C38D-7DBB-4591-AF37-3E0560EA7B5D}" srcOrd="0" destOrd="0" presId="urn:microsoft.com/office/officeart/2005/8/layout/hChevron3"/>
    <dgm:cxn modelId="{B1FF62FC-500F-4616-B74E-9EF829F9ED89}" srcId="{D55284EF-BC27-4DA5-9EDF-8AE4DDA7BC51}" destId="{F7E3C992-C657-49E7-ACA5-E42336492979}" srcOrd="0" destOrd="0" parTransId="{6DCFBE8B-F45F-409D-98FF-6AF3399A8835}" sibTransId="{FFFC7363-591D-4181-94FA-06D98E216F60}"/>
    <dgm:cxn modelId="{7E596AFD-CD2C-4A67-AF26-1FED23BD0D0E}" type="presOf" srcId="{3343B077-7519-4707-BD28-9FED6DBEB7F6}" destId="{8ABCD2AC-1155-4856-95B0-CF641EB23FDE}" srcOrd="0" destOrd="0" presId="urn:microsoft.com/office/officeart/2005/8/layout/hChevron3"/>
    <dgm:cxn modelId="{B62AB937-B420-4240-BB4B-33C34ADC07E6}" type="presParOf" srcId="{2BAD27FF-08E8-4497-884B-917B02BC9AF2}" destId="{AA7F5C41-158D-4160-AA0E-A9E925436152}" srcOrd="0" destOrd="0" presId="urn:microsoft.com/office/officeart/2005/8/layout/hChevron3"/>
    <dgm:cxn modelId="{D28CA0A0-98EA-43C3-B18C-7267D04634BE}" type="presParOf" srcId="{2BAD27FF-08E8-4497-884B-917B02BC9AF2}" destId="{A2B8D1D5-A327-4594-8646-B6998CA32020}" srcOrd="1" destOrd="0" presId="urn:microsoft.com/office/officeart/2005/8/layout/hChevron3"/>
    <dgm:cxn modelId="{7F1169A3-36B2-4C7B-B1B8-4B7C5581E3CC}" type="presParOf" srcId="{2BAD27FF-08E8-4497-884B-917B02BC9AF2}" destId="{47E5C38D-7DBB-4591-AF37-3E0560EA7B5D}" srcOrd="2" destOrd="0" presId="urn:microsoft.com/office/officeart/2005/8/layout/hChevron3"/>
    <dgm:cxn modelId="{503ED590-C15C-49E3-930B-B96DE9338730}" type="presParOf" srcId="{2BAD27FF-08E8-4497-884B-917B02BC9AF2}" destId="{4317E639-6256-41AF-870C-B3C8032423C3}" srcOrd="3" destOrd="0" presId="urn:microsoft.com/office/officeart/2005/8/layout/hChevron3"/>
    <dgm:cxn modelId="{7F3A4DA1-7F0E-4B49-B10E-D4E502B8B430}" type="presParOf" srcId="{2BAD27FF-08E8-4497-884B-917B02BC9AF2}" destId="{652A39D3-F429-44F0-B68F-2347DA867BC5}" srcOrd="4" destOrd="0" presId="urn:microsoft.com/office/officeart/2005/8/layout/hChevron3"/>
    <dgm:cxn modelId="{B388A2BF-E91A-4947-B7B9-FC2DF2689F0B}" type="presParOf" srcId="{2BAD27FF-08E8-4497-884B-917B02BC9AF2}" destId="{EFBEC68C-933F-471C-BC32-536F9D7E6863}" srcOrd="5" destOrd="0" presId="urn:microsoft.com/office/officeart/2005/8/layout/hChevron3"/>
    <dgm:cxn modelId="{B5527E37-DB2E-48D8-A2A8-42E13E30630F}" type="presParOf" srcId="{2BAD27FF-08E8-4497-884B-917B02BC9AF2}" destId="{FC39C9DF-4551-4D23-92BD-CAA8BC814F1D}" srcOrd="6" destOrd="0" presId="urn:microsoft.com/office/officeart/2005/8/layout/hChevron3"/>
    <dgm:cxn modelId="{B50518CE-19BE-43C8-AA0E-8FC5B267D8A8}" type="presParOf" srcId="{2BAD27FF-08E8-4497-884B-917B02BC9AF2}" destId="{B323C126-7252-440E-9522-C0571B6268F3}" srcOrd="7" destOrd="0" presId="urn:microsoft.com/office/officeart/2005/8/layout/hChevron3"/>
    <dgm:cxn modelId="{F16FB9D1-21FF-4A81-A043-691D83C45CD6}" type="presParOf" srcId="{2BAD27FF-08E8-4497-884B-917B02BC9AF2}" destId="{8ABCD2AC-1155-4856-95B0-CF641EB23FDE}" srcOrd="8" destOrd="0" presId="urn:microsoft.com/office/officeart/2005/8/layout/hChevron3"/>
    <dgm:cxn modelId="{98E80C7B-D08D-4D50-B885-211CC8F6F8B2}" type="presParOf" srcId="{2BAD27FF-08E8-4497-884B-917B02BC9AF2}" destId="{63C9D51B-E4B6-4C18-A94B-0C3C6D8A30E3}" srcOrd="9" destOrd="0" presId="urn:microsoft.com/office/officeart/2005/8/layout/hChevron3"/>
    <dgm:cxn modelId="{F223E155-FB5A-49DD-90F2-04893646DA89}" type="presParOf" srcId="{2BAD27FF-08E8-4497-884B-917B02BC9AF2}" destId="{75CC07CA-ADFD-4188-800F-E0E46DC27D0B}" srcOrd="10" destOrd="0" presId="urn:microsoft.com/office/officeart/2005/8/layout/hChevron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55284EF-BC27-4DA5-9EDF-8AE4DDA7BC51}" type="doc">
      <dgm:prSet loTypeId="urn:microsoft.com/office/officeart/2005/8/layout/hChevron3" loCatId="process" qsTypeId="urn:microsoft.com/office/officeart/2005/8/quickstyle/simple1" qsCatId="simple" csTypeId="urn:microsoft.com/office/officeart/2005/8/colors/accent3_2" csCatId="accent3" phldr="1"/>
      <dgm:spPr/>
    </dgm:pt>
    <dgm:pt modelId="{F7E3C992-C657-49E7-ACA5-E42336492979}">
      <dgm:prSet phldrT="[Text]"/>
      <dgm:spPr>
        <a:solidFill>
          <a:schemeClr val="accent3">
            <a:lumMod val="60000"/>
            <a:lumOff val="40000"/>
          </a:schemeClr>
        </a:solidFill>
      </dgm:spPr>
      <dgm:t>
        <a:bodyPr/>
        <a:lstStyle/>
        <a:p>
          <a:r>
            <a:rPr lang="de-DE" dirty="0" err="1"/>
            <a:t>Rectified</a:t>
          </a:r>
          <a:r>
            <a:rPr lang="de-DE" dirty="0"/>
            <a:t>_</a:t>
          </a:r>
          <a:br>
            <a:rPr lang="de-DE" dirty="0"/>
          </a:br>
          <a:r>
            <a:rPr lang="de-DE" dirty="0" err="1"/>
            <a:t>Image_Node</a:t>
          </a:r>
          <a:endParaRPr lang="de-DE" dirty="0"/>
        </a:p>
      </dgm:t>
    </dgm:pt>
    <dgm:pt modelId="{6DCFBE8B-F45F-409D-98FF-6AF3399A8835}" type="parTrans" cxnId="{B1FF62FC-500F-4616-B74E-9EF829F9ED89}">
      <dgm:prSet/>
      <dgm:spPr/>
      <dgm:t>
        <a:bodyPr/>
        <a:lstStyle/>
        <a:p>
          <a:endParaRPr lang="de-DE"/>
        </a:p>
      </dgm:t>
    </dgm:pt>
    <dgm:pt modelId="{FFFC7363-591D-4181-94FA-06D98E216F60}" type="sibTrans" cxnId="{B1FF62FC-500F-4616-B74E-9EF829F9ED89}">
      <dgm:prSet/>
      <dgm:spPr/>
      <dgm:t>
        <a:bodyPr/>
        <a:lstStyle/>
        <a:p>
          <a:endParaRPr lang="de-DE"/>
        </a:p>
      </dgm:t>
    </dgm:pt>
    <dgm:pt modelId="{F2DFE4AB-F198-4BE7-9E95-7149171FE726}">
      <dgm:prSet phldrT="[Text]"/>
      <dgm:spPr>
        <a:solidFill>
          <a:schemeClr val="accent3">
            <a:lumMod val="60000"/>
            <a:lumOff val="40000"/>
          </a:schemeClr>
        </a:solidFill>
      </dgm:spPr>
      <dgm:t>
        <a:bodyPr/>
        <a:lstStyle/>
        <a:p>
          <a:r>
            <a:rPr lang="de-DE" dirty="0"/>
            <a:t>Fahren …</a:t>
          </a:r>
        </a:p>
      </dgm:t>
    </dgm:pt>
    <dgm:pt modelId="{33C54E50-A561-4388-A802-44486C05B301}" type="parTrans" cxnId="{4E86E676-75D2-4B33-921D-DBAD52BB0428}">
      <dgm:prSet/>
      <dgm:spPr/>
      <dgm:t>
        <a:bodyPr/>
        <a:lstStyle/>
        <a:p>
          <a:endParaRPr lang="de-DE"/>
        </a:p>
      </dgm:t>
    </dgm:pt>
    <dgm:pt modelId="{CD996BCA-9739-49A7-BE4F-2023DB5DD4E7}" type="sibTrans" cxnId="{4E86E676-75D2-4B33-921D-DBAD52BB0428}">
      <dgm:prSet/>
      <dgm:spPr/>
      <dgm:t>
        <a:bodyPr/>
        <a:lstStyle/>
        <a:p>
          <a:endParaRPr lang="de-DE"/>
        </a:p>
      </dgm:t>
    </dgm:pt>
    <dgm:pt modelId="{71C14D5C-CD96-489B-ADDD-87A1DE0C1BAC}">
      <dgm:prSet phldrT="[Text]"/>
      <dgm:spPr>
        <a:solidFill>
          <a:schemeClr val="accent3">
            <a:lumMod val="60000"/>
            <a:lumOff val="40000"/>
          </a:schemeClr>
        </a:solidFill>
      </dgm:spPr>
      <dgm:t>
        <a:bodyPr/>
        <a:lstStyle/>
        <a:p>
          <a:r>
            <a:rPr lang="de-DE" dirty="0" err="1"/>
            <a:t>Follow_Line</a:t>
          </a:r>
          <a:r>
            <a:rPr lang="de-DE" dirty="0"/>
            <a:t>_</a:t>
          </a:r>
          <a:br>
            <a:rPr lang="de-DE" dirty="0"/>
          </a:br>
          <a:r>
            <a:rPr lang="de-DE" dirty="0"/>
            <a:t>Node</a:t>
          </a:r>
        </a:p>
      </dgm:t>
    </dgm:pt>
    <dgm:pt modelId="{34A86944-71BB-4DDA-8E47-01BD0A07169A}" type="parTrans" cxnId="{60DAF504-CD4E-467E-935C-56A827B5701A}">
      <dgm:prSet/>
      <dgm:spPr/>
      <dgm:t>
        <a:bodyPr/>
        <a:lstStyle/>
        <a:p>
          <a:endParaRPr lang="de-DE"/>
        </a:p>
      </dgm:t>
    </dgm:pt>
    <dgm:pt modelId="{45678C71-3D1A-48BC-AD73-1ADEB7132ED0}" type="sibTrans" cxnId="{60DAF504-CD4E-467E-935C-56A827B5701A}">
      <dgm:prSet/>
      <dgm:spPr/>
      <dgm:t>
        <a:bodyPr/>
        <a:lstStyle/>
        <a:p>
          <a:endParaRPr lang="de-DE"/>
        </a:p>
      </dgm:t>
    </dgm:pt>
    <dgm:pt modelId="{3343B077-7519-4707-BD28-9FED6DBEB7F6}">
      <dgm:prSet phldrT="[Text]"/>
      <dgm:spPr>
        <a:solidFill>
          <a:schemeClr val="accent3">
            <a:lumMod val="60000"/>
            <a:lumOff val="40000"/>
          </a:schemeClr>
        </a:solidFill>
      </dgm:spPr>
      <dgm:t>
        <a:bodyPr/>
        <a:lstStyle/>
        <a:p>
          <a:r>
            <a:rPr lang="de-DE" dirty="0"/>
            <a:t>Zusammenspiel der Nodes</a:t>
          </a:r>
        </a:p>
      </dgm:t>
    </dgm:pt>
    <dgm:pt modelId="{B1EE7652-AF9F-44A2-BFCC-2B2926D54E21}" type="parTrans" cxnId="{38F58492-B3D6-4F45-AC34-178A3B69984B}">
      <dgm:prSet/>
      <dgm:spPr/>
      <dgm:t>
        <a:bodyPr/>
        <a:lstStyle/>
        <a:p>
          <a:endParaRPr lang="de-DE"/>
        </a:p>
      </dgm:t>
    </dgm:pt>
    <dgm:pt modelId="{E567DC1F-55AB-4039-B21B-2648C259E916}" type="sibTrans" cxnId="{38F58492-B3D6-4F45-AC34-178A3B69984B}">
      <dgm:prSet/>
      <dgm:spPr/>
      <dgm:t>
        <a:bodyPr/>
        <a:lstStyle/>
        <a:p>
          <a:endParaRPr lang="de-DE"/>
        </a:p>
      </dgm:t>
    </dgm:pt>
    <dgm:pt modelId="{ED79C73E-6D7D-4AF0-9E53-C6CD2332565F}">
      <dgm:prSet phldrT="[Text]"/>
      <dgm:spPr>
        <a:solidFill>
          <a:srgbClr val="AF708B"/>
        </a:solidFill>
      </dgm:spPr>
      <dgm:t>
        <a:bodyPr/>
        <a:lstStyle/>
        <a:p>
          <a:r>
            <a:rPr lang="de-DE" dirty="0"/>
            <a:t>Birdseye_</a:t>
          </a:r>
          <a:br>
            <a:rPr lang="de-DE" dirty="0"/>
          </a:br>
          <a:r>
            <a:rPr lang="de-DE" dirty="0"/>
            <a:t>Node</a:t>
          </a:r>
        </a:p>
      </dgm:t>
    </dgm:pt>
    <dgm:pt modelId="{5AB82E1E-7994-490D-AA44-70359502D7C4}" type="parTrans" cxnId="{6A80D28F-4911-4498-ACB1-0C193D905790}">
      <dgm:prSet/>
      <dgm:spPr/>
      <dgm:t>
        <a:bodyPr/>
        <a:lstStyle/>
        <a:p>
          <a:endParaRPr lang="de-DE"/>
        </a:p>
      </dgm:t>
    </dgm:pt>
    <dgm:pt modelId="{0CDA27B2-F892-453F-82C8-8AFDD50A345D}" type="sibTrans" cxnId="{6A80D28F-4911-4498-ACB1-0C193D905790}">
      <dgm:prSet/>
      <dgm:spPr/>
      <dgm:t>
        <a:bodyPr/>
        <a:lstStyle/>
        <a:p>
          <a:endParaRPr lang="de-DE"/>
        </a:p>
      </dgm:t>
    </dgm:pt>
    <dgm:pt modelId="{55BF9A51-9442-43BD-A7B1-C08A52DC14C0}">
      <dgm:prSet phldrT="[Text]"/>
      <dgm:spPr>
        <a:solidFill>
          <a:schemeClr val="accent3">
            <a:lumMod val="60000"/>
            <a:lumOff val="40000"/>
          </a:schemeClr>
        </a:solidFill>
      </dgm:spPr>
      <dgm:t>
        <a:bodyPr/>
        <a:lstStyle/>
        <a:p>
          <a:r>
            <a:rPr lang="de-DE" dirty="0" err="1"/>
            <a:t>Birdseye_With</a:t>
          </a:r>
          <a:r>
            <a:rPr lang="de-DE" dirty="0"/>
            <a:t>_</a:t>
          </a:r>
          <a:br>
            <a:rPr lang="de-DE" dirty="0"/>
          </a:br>
          <a:r>
            <a:rPr lang="de-DE" dirty="0" err="1"/>
            <a:t>LiDAR_Node</a:t>
          </a:r>
          <a:endParaRPr lang="de-DE" dirty="0"/>
        </a:p>
      </dgm:t>
    </dgm:pt>
    <dgm:pt modelId="{35303BBC-8F7E-401F-BF22-4BC9073B9D54}" type="parTrans" cxnId="{C28BF138-10CE-4AE2-9596-685DFA3537FD}">
      <dgm:prSet/>
      <dgm:spPr/>
      <dgm:t>
        <a:bodyPr/>
        <a:lstStyle/>
        <a:p>
          <a:endParaRPr lang="de-DE"/>
        </a:p>
      </dgm:t>
    </dgm:pt>
    <dgm:pt modelId="{8D7E3942-A186-4806-8E81-4ADA6E3C59D1}" type="sibTrans" cxnId="{C28BF138-10CE-4AE2-9596-685DFA3537FD}">
      <dgm:prSet/>
      <dgm:spPr/>
      <dgm:t>
        <a:bodyPr/>
        <a:lstStyle/>
        <a:p>
          <a:endParaRPr lang="de-DE"/>
        </a:p>
      </dgm:t>
    </dgm:pt>
    <dgm:pt modelId="{2BAD27FF-08E8-4497-884B-917B02BC9AF2}" type="pres">
      <dgm:prSet presAssocID="{D55284EF-BC27-4DA5-9EDF-8AE4DDA7BC51}" presName="Name0" presStyleCnt="0">
        <dgm:presLayoutVars>
          <dgm:dir/>
          <dgm:resizeHandles val="exact"/>
        </dgm:presLayoutVars>
      </dgm:prSet>
      <dgm:spPr/>
    </dgm:pt>
    <dgm:pt modelId="{AA7F5C41-158D-4160-AA0E-A9E925436152}" type="pres">
      <dgm:prSet presAssocID="{F7E3C992-C657-49E7-ACA5-E42336492979}" presName="parTxOnly" presStyleLbl="node1" presStyleIdx="0" presStyleCnt="6">
        <dgm:presLayoutVars>
          <dgm:bulletEnabled val="1"/>
        </dgm:presLayoutVars>
      </dgm:prSet>
      <dgm:spPr/>
    </dgm:pt>
    <dgm:pt modelId="{A2B8D1D5-A327-4594-8646-B6998CA32020}" type="pres">
      <dgm:prSet presAssocID="{FFFC7363-591D-4181-94FA-06D98E216F60}" presName="parSpace" presStyleCnt="0"/>
      <dgm:spPr/>
    </dgm:pt>
    <dgm:pt modelId="{47E5C38D-7DBB-4591-AF37-3E0560EA7B5D}" type="pres">
      <dgm:prSet presAssocID="{ED79C73E-6D7D-4AF0-9E53-C6CD2332565F}" presName="parTxOnly" presStyleLbl="node1" presStyleIdx="1" presStyleCnt="6">
        <dgm:presLayoutVars>
          <dgm:bulletEnabled val="1"/>
        </dgm:presLayoutVars>
      </dgm:prSet>
      <dgm:spPr/>
    </dgm:pt>
    <dgm:pt modelId="{4317E639-6256-41AF-870C-B3C8032423C3}" type="pres">
      <dgm:prSet presAssocID="{0CDA27B2-F892-453F-82C8-8AFDD50A345D}" presName="parSpace" presStyleCnt="0"/>
      <dgm:spPr/>
    </dgm:pt>
    <dgm:pt modelId="{652A39D3-F429-44F0-B68F-2347DA867BC5}" type="pres">
      <dgm:prSet presAssocID="{55BF9A51-9442-43BD-A7B1-C08A52DC14C0}" presName="parTxOnly" presStyleLbl="node1" presStyleIdx="2" presStyleCnt="6">
        <dgm:presLayoutVars>
          <dgm:bulletEnabled val="1"/>
        </dgm:presLayoutVars>
      </dgm:prSet>
      <dgm:spPr/>
    </dgm:pt>
    <dgm:pt modelId="{EFBEC68C-933F-471C-BC32-536F9D7E6863}" type="pres">
      <dgm:prSet presAssocID="{8D7E3942-A186-4806-8E81-4ADA6E3C59D1}" presName="parSpace" presStyleCnt="0"/>
      <dgm:spPr/>
    </dgm:pt>
    <dgm:pt modelId="{FC39C9DF-4551-4D23-92BD-CAA8BC814F1D}" type="pres">
      <dgm:prSet presAssocID="{71C14D5C-CD96-489B-ADDD-87A1DE0C1BAC}" presName="parTxOnly" presStyleLbl="node1" presStyleIdx="3" presStyleCnt="6">
        <dgm:presLayoutVars>
          <dgm:bulletEnabled val="1"/>
        </dgm:presLayoutVars>
      </dgm:prSet>
      <dgm:spPr/>
    </dgm:pt>
    <dgm:pt modelId="{B323C126-7252-440E-9522-C0571B6268F3}" type="pres">
      <dgm:prSet presAssocID="{45678C71-3D1A-48BC-AD73-1ADEB7132ED0}" presName="parSpace" presStyleCnt="0"/>
      <dgm:spPr/>
    </dgm:pt>
    <dgm:pt modelId="{8ABCD2AC-1155-4856-95B0-CF641EB23FDE}" type="pres">
      <dgm:prSet presAssocID="{3343B077-7519-4707-BD28-9FED6DBEB7F6}" presName="parTxOnly" presStyleLbl="node1" presStyleIdx="4" presStyleCnt="6">
        <dgm:presLayoutVars>
          <dgm:bulletEnabled val="1"/>
        </dgm:presLayoutVars>
      </dgm:prSet>
      <dgm:spPr/>
    </dgm:pt>
    <dgm:pt modelId="{63C9D51B-E4B6-4C18-A94B-0C3C6D8A30E3}" type="pres">
      <dgm:prSet presAssocID="{E567DC1F-55AB-4039-B21B-2648C259E916}" presName="parSpace" presStyleCnt="0"/>
      <dgm:spPr/>
    </dgm:pt>
    <dgm:pt modelId="{75CC07CA-ADFD-4188-800F-E0E46DC27D0B}" type="pres">
      <dgm:prSet presAssocID="{F2DFE4AB-F198-4BE7-9E95-7149171FE726}" presName="parTxOnly" presStyleLbl="node1" presStyleIdx="5" presStyleCnt="6">
        <dgm:presLayoutVars>
          <dgm:bulletEnabled val="1"/>
        </dgm:presLayoutVars>
      </dgm:prSet>
      <dgm:spPr/>
    </dgm:pt>
  </dgm:ptLst>
  <dgm:cxnLst>
    <dgm:cxn modelId="{60DAF504-CD4E-467E-935C-56A827B5701A}" srcId="{D55284EF-BC27-4DA5-9EDF-8AE4DDA7BC51}" destId="{71C14D5C-CD96-489B-ADDD-87A1DE0C1BAC}" srcOrd="3" destOrd="0" parTransId="{34A86944-71BB-4DDA-8E47-01BD0A07169A}" sibTransId="{45678C71-3D1A-48BC-AD73-1ADEB7132ED0}"/>
    <dgm:cxn modelId="{144F4931-A73D-4D7B-8133-0828AAACE357}" type="presOf" srcId="{D55284EF-BC27-4DA5-9EDF-8AE4DDA7BC51}" destId="{2BAD27FF-08E8-4497-884B-917B02BC9AF2}" srcOrd="0" destOrd="0" presId="urn:microsoft.com/office/officeart/2005/8/layout/hChevron3"/>
    <dgm:cxn modelId="{C28BF138-10CE-4AE2-9596-685DFA3537FD}" srcId="{D55284EF-BC27-4DA5-9EDF-8AE4DDA7BC51}" destId="{55BF9A51-9442-43BD-A7B1-C08A52DC14C0}" srcOrd="2" destOrd="0" parTransId="{35303BBC-8F7E-401F-BF22-4BC9073B9D54}" sibTransId="{8D7E3942-A186-4806-8E81-4ADA6E3C59D1}"/>
    <dgm:cxn modelId="{D6725870-1BAE-4893-AB5E-49D5D3431F7A}" type="presOf" srcId="{F7E3C992-C657-49E7-ACA5-E42336492979}" destId="{AA7F5C41-158D-4160-AA0E-A9E925436152}" srcOrd="0" destOrd="0" presId="urn:microsoft.com/office/officeart/2005/8/layout/hChevron3"/>
    <dgm:cxn modelId="{9FB8DE75-937C-46FA-9A06-2E96FF13AF02}" type="presOf" srcId="{71C14D5C-CD96-489B-ADDD-87A1DE0C1BAC}" destId="{FC39C9DF-4551-4D23-92BD-CAA8BC814F1D}" srcOrd="0" destOrd="0" presId="urn:microsoft.com/office/officeart/2005/8/layout/hChevron3"/>
    <dgm:cxn modelId="{4E86E676-75D2-4B33-921D-DBAD52BB0428}" srcId="{D55284EF-BC27-4DA5-9EDF-8AE4DDA7BC51}" destId="{F2DFE4AB-F198-4BE7-9E95-7149171FE726}" srcOrd="5" destOrd="0" parTransId="{33C54E50-A561-4388-A802-44486C05B301}" sibTransId="{CD996BCA-9739-49A7-BE4F-2023DB5DD4E7}"/>
    <dgm:cxn modelId="{6A80D28F-4911-4498-ACB1-0C193D905790}" srcId="{D55284EF-BC27-4DA5-9EDF-8AE4DDA7BC51}" destId="{ED79C73E-6D7D-4AF0-9E53-C6CD2332565F}" srcOrd="1" destOrd="0" parTransId="{5AB82E1E-7994-490D-AA44-70359502D7C4}" sibTransId="{0CDA27B2-F892-453F-82C8-8AFDD50A345D}"/>
    <dgm:cxn modelId="{38F58492-B3D6-4F45-AC34-178A3B69984B}" srcId="{D55284EF-BC27-4DA5-9EDF-8AE4DDA7BC51}" destId="{3343B077-7519-4707-BD28-9FED6DBEB7F6}" srcOrd="4" destOrd="0" parTransId="{B1EE7652-AF9F-44A2-BFCC-2B2926D54E21}" sibTransId="{E567DC1F-55AB-4039-B21B-2648C259E916}"/>
    <dgm:cxn modelId="{11A8F5A3-DB94-40E7-B444-A0F28AD52A5B}" type="presOf" srcId="{55BF9A51-9442-43BD-A7B1-C08A52DC14C0}" destId="{652A39D3-F429-44F0-B68F-2347DA867BC5}" srcOrd="0" destOrd="0" presId="urn:microsoft.com/office/officeart/2005/8/layout/hChevron3"/>
    <dgm:cxn modelId="{287F16AB-8D8B-45D7-A777-AC424CCAE87F}" type="presOf" srcId="{F2DFE4AB-F198-4BE7-9E95-7149171FE726}" destId="{75CC07CA-ADFD-4188-800F-E0E46DC27D0B}" srcOrd="0" destOrd="0" presId="urn:microsoft.com/office/officeart/2005/8/layout/hChevron3"/>
    <dgm:cxn modelId="{4DBFDAE2-7757-4BB8-86B7-2F777E01497A}" type="presOf" srcId="{ED79C73E-6D7D-4AF0-9E53-C6CD2332565F}" destId="{47E5C38D-7DBB-4591-AF37-3E0560EA7B5D}" srcOrd="0" destOrd="0" presId="urn:microsoft.com/office/officeart/2005/8/layout/hChevron3"/>
    <dgm:cxn modelId="{B1FF62FC-500F-4616-B74E-9EF829F9ED89}" srcId="{D55284EF-BC27-4DA5-9EDF-8AE4DDA7BC51}" destId="{F7E3C992-C657-49E7-ACA5-E42336492979}" srcOrd="0" destOrd="0" parTransId="{6DCFBE8B-F45F-409D-98FF-6AF3399A8835}" sibTransId="{FFFC7363-591D-4181-94FA-06D98E216F60}"/>
    <dgm:cxn modelId="{7E596AFD-CD2C-4A67-AF26-1FED23BD0D0E}" type="presOf" srcId="{3343B077-7519-4707-BD28-9FED6DBEB7F6}" destId="{8ABCD2AC-1155-4856-95B0-CF641EB23FDE}" srcOrd="0" destOrd="0" presId="urn:microsoft.com/office/officeart/2005/8/layout/hChevron3"/>
    <dgm:cxn modelId="{B62AB937-B420-4240-BB4B-33C34ADC07E6}" type="presParOf" srcId="{2BAD27FF-08E8-4497-884B-917B02BC9AF2}" destId="{AA7F5C41-158D-4160-AA0E-A9E925436152}" srcOrd="0" destOrd="0" presId="urn:microsoft.com/office/officeart/2005/8/layout/hChevron3"/>
    <dgm:cxn modelId="{D28CA0A0-98EA-43C3-B18C-7267D04634BE}" type="presParOf" srcId="{2BAD27FF-08E8-4497-884B-917B02BC9AF2}" destId="{A2B8D1D5-A327-4594-8646-B6998CA32020}" srcOrd="1" destOrd="0" presId="urn:microsoft.com/office/officeart/2005/8/layout/hChevron3"/>
    <dgm:cxn modelId="{7F1169A3-36B2-4C7B-B1B8-4B7C5581E3CC}" type="presParOf" srcId="{2BAD27FF-08E8-4497-884B-917B02BC9AF2}" destId="{47E5C38D-7DBB-4591-AF37-3E0560EA7B5D}" srcOrd="2" destOrd="0" presId="urn:microsoft.com/office/officeart/2005/8/layout/hChevron3"/>
    <dgm:cxn modelId="{503ED590-C15C-49E3-930B-B96DE9338730}" type="presParOf" srcId="{2BAD27FF-08E8-4497-884B-917B02BC9AF2}" destId="{4317E639-6256-41AF-870C-B3C8032423C3}" srcOrd="3" destOrd="0" presId="urn:microsoft.com/office/officeart/2005/8/layout/hChevron3"/>
    <dgm:cxn modelId="{7F3A4DA1-7F0E-4B49-B10E-D4E502B8B430}" type="presParOf" srcId="{2BAD27FF-08E8-4497-884B-917B02BC9AF2}" destId="{652A39D3-F429-44F0-B68F-2347DA867BC5}" srcOrd="4" destOrd="0" presId="urn:microsoft.com/office/officeart/2005/8/layout/hChevron3"/>
    <dgm:cxn modelId="{B388A2BF-E91A-4947-B7B9-FC2DF2689F0B}" type="presParOf" srcId="{2BAD27FF-08E8-4497-884B-917B02BC9AF2}" destId="{EFBEC68C-933F-471C-BC32-536F9D7E6863}" srcOrd="5" destOrd="0" presId="urn:microsoft.com/office/officeart/2005/8/layout/hChevron3"/>
    <dgm:cxn modelId="{B5527E37-DB2E-48D8-A2A8-42E13E30630F}" type="presParOf" srcId="{2BAD27FF-08E8-4497-884B-917B02BC9AF2}" destId="{FC39C9DF-4551-4D23-92BD-CAA8BC814F1D}" srcOrd="6" destOrd="0" presId="urn:microsoft.com/office/officeart/2005/8/layout/hChevron3"/>
    <dgm:cxn modelId="{B50518CE-19BE-43C8-AA0E-8FC5B267D8A8}" type="presParOf" srcId="{2BAD27FF-08E8-4497-884B-917B02BC9AF2}" destId="{B323C126-7252-440E-9522-C0571B6268F3}" srcOrd="7" destOrd="0" presId="urn:microsoft.com/office/officeart/2005/8/layout/hChevron3"/>
    <dgm:cxn modelId="{F16FB9D1-21FF-4A81-A043-691D83C45CD6}" type="presParOf" srcId="{2BAD27FF-08E8-4497-884B-917B02BC9AF2}" destId="{8ABCD2AC-1155-4856-95B0-CF641EB23FDE}" srcOrd="8" destOrd="0" presId="urn:microsoft.com/office/officeart/2005/8/layout/hChevron3"/>
    <dgm:cxn modelId="{98E80C7B-D08D-4D50-B885-211CC8F6F8B2}" type="presParOf" srcId="{2BAD27FF-08E8-4497-884B-917B02BC9AF2}" destId="{63C9D51B-E4B6-4C18-A94B-0C3C6D8A30E3}" srcOrd="9" destOrd="0" presId="urn:microsoft.com/office/officeart/2005/8/layout/hChevron3"/>
    <dgm:cxn modelId="{F223E155-FB5A-49DD-90F2-04893646DA89}" type="presParOf" srcId="{2BAD27FF-08E8-4497-884B-917B02BC9AF2}" destId="{75CC07CA-ADFD-4188-800F-E0E46DC27D0B}" srcOrd="10" destOrd="0" presId="urn:microsoft.com/office/officeart/2005/8/layout/hChevron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D55284EF-BC27-4DA5-9EDF-8AE4DDA7BC51}" type="doc">
      <dgm:prSet loTypeId="urn:microsoft.com/office/officeart/2005/8/layout/hChevron3" loCatId="process" qsTypeId="urn:microsoft.com/office/officeart/2005/8/quickstyle/simple1" qsCatId="simple" csTypeId="urn:microsoft.com/office/officeart/2005/8/colors/accent3_2" csCatId="accent3" phldr="1"/>
      <dgm:spPr/>
    </dgm:pt>
    <dgm:pt modelId="{F7E3C992-C657-49E7-ACA5-E42336492979}">
      <dgm:prSet phldrT="[Text]"/>
      <dgm:spPr>
        <a:solidFill>
          <a:schemeClr val="accent3">
            <a:lumMod val="60000"/>
            <a:lumOff val="40000"/>
          </a:schemeClr>
        </a:solidFill>
      </dgm:spPr>
      <dgm:t>
        <a:bodyPr/>
        <a:lstStyle/>
        <a:p>
          <a:r>
            <a:rPr lang="de-DE" dirty="0" err="1"/>
            <a:t>Rectified</a:t>
          </a:r>
          <a:r>
            <a:rPr lang="de-DE" dirty="0"/>
            <a:t>_</a:t>
          </a:r>
          <a:br>
            <a:rPr lang="de-DE" dirty="0"/>
          </a:br>
          <a:r>
            <a:rPr lang="de-DE" dirty="0" err="1"/>
            <a:t>Image_Node</a:t>
          </a:r>
          <a:endParaRPr lang="de-DE" dirty="0"/>
        </a:p>
      </dgm:t>
    </dgm:pt>
    <dgm:pt modelId="{6DCFBE8B-F45F-409D-98FF-6AF3399A8835}" type="parTrans" cxnId="{B1FF62FC-500F-4616-B74E-9EF829F9ED89}">
      <dgm:prSet/>
      <dgm:spPr/>
      <dgm:t>
        <a:bodyPr/>
        <a:lstStyle/>
        <a:p>
          <a:endParaRPr lang="de-DE"/>
        </a:p>
      </dgm:t>
    </dgm:pt>
    <dgm:pt modelId="{FFFC7363-591D-4181-94FA-06D98E216F60}" type="sibTrans" cxnId="{B1FF62FC-500F-4616-B74E-9EF829F9ED89}">
      <dgm:prSet/>
      <dgm:spPr/>
      <dgm:t>
        <a:bodyPr/>
        <a:lstStyle/>
        <a:p>
          <a:endParaRPr lang="de-DE"/>
        </a:p>
      </dgm:t>
    </dgm:pt>
    <dgm:pt modelId="{F2DFE4AB-F198-4BE7-9E95-7149171FE726}">
      <dgm:prSet phldrT="[Text]"/>
      <dgm:spPr>
        <a:solidFill>
          <a:schemeClr val="accent3">
            <a:lumMod val="60000"/>
            <a:lumOff val="40000"/>
          </a:schemeClr>
        </a:solidFill>
      </dgm:spPr>
      <dgm:t>
        <a:bodyPr/>
        <a:lstStyle/>
        <a:p>
          <a:r>
            <a:rPr lang="de-DE" dirty="0"/>
            <a:t>Fahren …</a:t>
          </a:r>
        </a:p>
      </dgm:t>
    </dgm:pt>
    <dgm:pt modelId="{33C54E50-A561-4388-A802-44486C05B301}" type="parTrans" cxnId="{4E86E676-75D2-4B33-921D-DBAD52BB0428}">
      <dgm:prSet/>
      <dgm:spPr/>
      <dgm:t>
        <a:bodyPr/>
        <a:lstStyle/>
        <a:p>
          <a:endParaRPr lang="de-DE"/>
        </a:p>
      </dgm:t>
    </dgm:pt>
    <dgm:pt modelId="{CD996BCA-9739-49A7-BE4F-2023DB5DD4E7}" type="sibTrans" cxnId="{4E86E676-75D2-4B33-921D-DBAD52BB0428}">
      <dgm:prSet/>
      <dgm:spPr/>
      <dgm:t>
        <a:bodyPr/>
        <a:lstStyle/>
        <a:p>
          <a:endParaRPr lang="de-DE"/>
        </a:p>
      </dgm:t>
    </dgm:pt>
    <dgm:pt modelId="{71C14D5C-CD96-489B-ADDD-87A1DE0C1BAC}">
      <dgm:prSet phldrT="[Text]"/>
      <dgm:spPr>
        <a:solidFill>
          <a:schemeClr val="accent3">
            <a:lumMod val="60000"/>
            <a:lumOff val="40000"/>
          </a:schemeClr>
        </a:solidFill>
      </dgm:spPr>
      <dgm:t>
        <a:bodyPr/>
        <a:lstStyle/>
        <a:p>
          <a:r>
            <a:rPr lang="de-DE" dirty="0" err="1"/>
            <a:t>Follow_Line</a:t>
          </a:r>
          <a:r>
            <a:rPr lang="de-DE" dirty="0"/>
            <a:t>_</a:t>
          </a:r>
          <a:br>
            <a:rPr lang="de-DE" dirty="0"/>
          </a:br>
          <a:r>
            <a:rPr lang="de-DE" dirty="0"/>
            <a:t>Node</a:t>
          </a:r>
        </a:p>
      </dgm:t>
    </dgm:pt>
    <dgm:pt modelId="{34A86944-71BB-4DDA-8E47-01BD0A07169A}" type="parTrans" cxnId="{60DAF504-CD4E-467E-935C-56A827B5701A}">
      <dgm:prSet/>
      <dgm:spPr/>
      <dgm:t>
        <a:bodyPr/>
        <a:lstStyle/>
        <a:p>
          <a:endParaRPr lang="de-DE"/>
        </a:p>
      </dgm:t>
    </dgm:pt>
    <dgm:pt modelId="{45678C71-3D1A-48BC-AD73-1ADEB7132ED0}" type="sibTrans" cxnId="{60DAF504-CD4E-467E-935C-56A827B5701A}">
      <dgm:prSet/>
      <dgm:spPr/>
      <dgm:t>
        <a:bodyPr/>
        <a:lstStyle/>
        <a:p>
          <a:endParaRPr lang="de-DE"/>
        </a:p>
      </dgm:t>
    </dgm:pt>
    <dgm:pt modelId="{3343B077-7519-4707-BD28-9FED6DBEB7F6}">
      <dgm:prSet phldrT="[Text]"/>
      <dgm:spPr>
        <a:solidFill>
          <a:schemeClr val="accent3">
            <a:lumMod val="60000"/>
            <a:lumOff val="40000"/>
          </a:schemeClr>
        </a:solidFill>
      </dgm:spPr>
      <dgm:t>
        <a:bodyPr/>
        <a:lstStyle/>
        <a:p>
          <a:r>
            <a:rPr lang="de-DE" dirty="0"/>
            <a:t>Zusammenspiel der Nodes</a:t>
          </a:r>
        </a:p>
      </dgm:t>
    </dgm:pt>
    <dgm:pt modelId="{B1EE7652-AF9F-44A2-BFCC-2B2926D54E21}" type="parTrans" cxnId="{38F58492-B3D6-4F45-AC34-178A3B69984B}">
      <dgm:prSet/>
      <dgm:spPr/>
      <dgm:t>
        <a:bodyPr/>
        <a:lstStyle/>
        <a:p>
          <a:endParaRPr lang="de-DE"/>
        </a:p>
      </dgm:t>
    </dgm:pt>
    <dgm:pt modelId="{E567DC1F-55AB-4039-B21B-2648C259E916}" type="sibTrans" cxnId="{38F58492-B3D6-4F45-AC34-178A3B69984B}">
      <dgm:prSet/>
      <dgm:spPr/>
      <dgm:t>
        <a:bodyPr/>
        <a:lstStyle/>
        <a:p>
          <a:endParaRPr lang="de-DE"/>
        </a:p>
      </dgm:t>
    </dgm:pt>
    <dgm:pt modelId="{ED79C73E-6D7D-4AF0-9E53-C6CD2332565F}">
      <dgm:prSet phldrT="[Text]"/>
      <dgm:spPr>
        <a:solidFill>
          <a:schemeClr val="accent3">
            <a:lumMod val="60000"/>
            <a:lumOff val="40000"/>
          </a:schemeClr>
        </a:solidFill>
      </dgm:spPr>
      <dgm:t>
        <a:bodyPr/>
        <a:lstStyle/>
        <a:p>
          <a:r>
            <a:rPr lang="de-DE" dirty="0"/>
            <a:t>Birdseye_</a:t>
          </a:r>
          <a:br>
            <a:rPr lang="de-DE" dirty="0"/>
          </a:br>
          <a:r>
            <a:rPr lang="de-DE" dirty="0"/>
            <a:t>Node</a:t>
          </a:r>
        </a:p>
      </dgm:t>
    </dgm:pt>
    <dgm:pt modelId="{5AB82E1E-7994-490D-AA44-70359502D7C4}" type="parTrans" cxnId="{6A80D28F-4911-4498-ACB1-0C193D905790}">
      <dgm:prSet/>
      <dgm:spPr/>
      <dgm:t>
        <a:bodyPr/>
        <a:lstStyle/>
        <a:p>
          <a:endParaRPr lang="de-DE"/>
        </a:p>
      </dgm:t>
    </dgm:pt>
    <dgm:pt modelId="{0CDA27B2-F892-453F-82C8-8AFDD50A345D}" type="sibTrans" cxnId="{6A80D28F-4911-4498-ACB1-0C193D905790}">
      <dgm:prSet/>
      <dgm:spPr/>
      <dgm:t>
        <a:bodyPr/>
        <a:lstStyle/>
        <a:p>
          <a:endParaRPr lang="de-DE"/>
        </a:p>
      </dgm:t>
    </dgm:pt>
    <dgm:pt modelId="{55BF9A51-9442-43BD-A7B1-C08A52DC14C0}">
      <dgm:prSet phldrT="[Text]"/>
      <dgm:spPr>
        <a:solidFill>
          <a:srgbClr val="AF708B"/>
        </a:solidFill>
      </dgm:spPr>
      <dgm:t>
        <a:bodyPr/>
        <a:lstStyle/>
        <a:p>
          <a:r>
            <a:rPr lang="de-DE" dirty="0" err="1"/>
            <a:t>Birdseye_With</a:t>
          </a:r>
          <a:r>
            <a:rPr lang="de-DE" dirty="0"/>
            <a:t>_</a:t>
          </a:r>
          <a:br>
            <a:rPr lang="de-DE" dirty="0"/>
          </a:br>
          <a:r>
            <a:rPr lang="de-DE" dirty="0" err="1"/>
            <a:t>LiDAR_Node</a:t>
          </a:r>
          <a:endParaRPr lang="de-DE" dirty="0"/>
        </a:p>
      </dgm:t>
    </dgm:pt>
    <dgm:pt modelId="{35303BBC-8F7E-401F-BF22-4BC9073B9D54}" type="parTrans" cxnId="{C28BF138-10CE-4AE2-9596-685DFA3537FD}">
      <dgm:prSet/>
      <dgm:spPr/>
      <dgm:t>
        <a:bodyPr/>
        <a:lstStyle/>
        <a:p>
          <a:endParaRPr lang="de-DE"/>
        </a:p>
      </dgm:t>
    </dgm:pt>
    <dgm:pt modelId="{8D7E3942-A186-4806-8E81-4ADA6E3C59D1}" type="sibTrans" cxnId="{C28BF138-10CE-4AE2-9596-685DFA3537FD}">
      <dgm:prSet/>
      <dgm:spPr/>
      <dgm:t>
        <a:bodyPr/>
        <a:lstStyle/>
        <a:p>
          <a:endParaRPr lang="de-DE"/>
        </a:p>
      </dgm:t>
    </dgm:pt>
    <dgm:pt modelId="{2BAD27FF-08E8-4497-884B-917B02BC9AF2}" type="pres">
      <dgm:prSet presAssocID="{D55284EF-BC27-4DA5-9EDF-8AE4DDA7BC51}" presName="Name0" presStyleCnt="0">
        <dgm:presLayoutVars>
          <dgm:dir/>
          <dgm:resizeHandles val="exact"/>
        </dgm:presLayoutVars>
      </dgm:prSet>
      <dgm:spPr/>
    </dgm:pt>
    <dgm:pt modelId="{AA7F5C41-158D-4160-AA0E-A9E925436152}" type="pres">
      <dgm:prSet presAssocID="{F7E3C992-C657-49E7-ACA5-E42336492979}" presName="parTxOnly" presStyleLbl="node1" presStyleIdx="0" presStyleCnt="6">
        <dgm:presLayoutVars>
          <dgm:bulletEnabled val="1"/>
        </dgm:presLayoutVars>
      </dgm:prSet>
      <dgm:spPr/>
    </dgm:pt>
    <dgm:pt modelId="{A2B8D1D5-A327-4594-8646-B6998CA32020}" type="pres">
      <dgm:prSet presAssocID="{FFFC7363-591D-4181-94FA-06D98E216F60}" presName="parSpace" presStyleCnt="0"/>
      <dgm:spPr/>
    </dgm:pt>
    <dgm:pt modelId="{47E5C38D-7DBB-4591-AF37-3E0560EA7B5D}" type="pres">
      <dgm:prSet presAssocID="{ED79C73E-6D7D-4AF0-9E53-C6CD2332565F}" presName="parTxOnly" presStyleLbl="node1" presStyleIdx="1" presStyleCnt="6">
        <dgm:presLayoutVars>
          <dgm:bulletEnabled val="1"/>
        </dgm:presLayoutVars>
      </dgm:prSet>
      <dgm:spPr/>
    </dgm:pt>
    <dgm:pt modelId="{4317E639-6256-41AF-870C-B3C8032423C3}" type="pres">
      <dgm:prSet presAssocID="{0CDA27B2-F892-453F-82C8-8AFDD50A345D}" presName="parSpace" presStyleCnt="0"/>
      <dgm:spPr/>
    </dgm:pt>
    <dgm:pt modelId="{652A39D3-F429-44F0-B68F-2347DA867BC5}" type="pres">
      <dgm:prSet presAssocID="{55BF9A51-9442-43BD-A7B1-C08A52DC14C0}" presName="parTxOnly" presStyleLbl="node1" presStyleIdx="2" presStyleCnt="6">
        <dgm:presLayoutVars>
          <dgm:bulletEnabled val="1"/>
        </dgm:presLayoutVars>
      </dgm:prSet>
      <dgm:spPr/>
    </dgm:pt>
    <dgm:pt modelId="{EFBEC68C-933F-471C-BC32-536F9D7E6863}" type="pres">
      <dgm:prSet presAssocID="{8D7E3942-A186-4806-8E81-4ADA6E3C59D1}" presName="parSpace" presStyleCnt="0"/>
      <dgm:spPr/>
    </dgm:pt>
    <dgm:pt modelId="{FC39C9DF-4551-4D23-92BD-CAA8BC814F1D}" type="pres">
      <dgm:prSet presAssocID="{71C14D5C-CD96-489B-ADDD-87A1DE0C1BAC}" presName="parTxOnly" presStyleLbl="node1" presStyleIdx="3" presStyleCnt="6">
        <dgm:presLayoutVars>
          <dgm:bulletEnabled val="1"/>
        </dgm:presLayoutVars>
      </dgm:prSet>
      <dgm:spPr/>
    </dgm:pt>
    <dgm:pt modelId="{B323C126-7252-440E-9522-C0571B6268F3}" type="pres">
      <dgm:prSet presAssocID="{45678C71-3D1A-48BC-AD73-1ADEB7132ED0}" presName="parSpace" presStyleCnt="0"/>
      <dgm:spPr/>
    </dgm:pt>
    <dgm:pt modelId="{8ABCD2AC-1155-4856-95B0-CF641EB23FDE}" type="pres">
      <dgm:prSet presAssocID="{3343B077-7519-4707-BD28-9FED6DBEB7F6}" presName="parTxOnly" presStyleLbl="node1" presStyleIdx="4" presStyleCnt="6">
        <dgm:presLayoutVars>
          <dgm:bulletEnabled val="1"/>
        </dgm:presLayoutVars>
      </dgm:prSet>
      <dgm:spPr/>
    </dgm:pt>
    <dgm:pt modelId="{63C9D51B-E4B6-4C18-A94B-0C3C6D8A30E3}" type="pres">
      <dgm:prSet presAssocID="{E567DC1F-55AB-4039-B21B-2648C259E916}" presName="parSpace" presStyleCnt="0"/>
      <dgm:spPr/>
    </dgm:pt>
    <dgm:pt modelId="{75CC07CA-ADFD-4188-800F-E0E46DC27D0B}" type="pres">
      <dgm:prSet presAssocID="{F2DFE4AB-F198-4BE7-9E95-7149171FE726}" presName="parTxOnly" presStyleLbl="node1" presStyleIdx="5" presStyleCnt="6">
        <dgm:presLayoutVars>
          <dgm:bulletEnabled val="1"/>
        </dgm:presLayoutVars>
      </dgm:prSet>
      <dgm:spPr/>
    </dgm:pt>
  </dgm:ptLst>
  <dgm:cxnLst>
    <dgm:cxn modelId="{60DAF504-CD4E-467E-935C-56A827B5701A}" srcId="{D55284EF-BC27-4DA5-9EDF-8AE4DDA7BC51}" destId="{71C14D5C-CD96-489B-ADDD-87A1DE0C1BAC}" srcOrd="3" destOrd="0" parTransId="{34A86944-71BB-4DDA-8E47-01BD0A07169A}" sibTransId="{45678C71-3D1A-48BC-AD73-1ADEB7132ED0}"/>
    <dgm:cxn modelId="{144F4931-A73D-4D7B-8133-0828AAACE357}" type="presOf" srcId="{D55284EF-BC27-4DA5-9EDF-8AE4DDA7BC51}" destId="{2BAD27FF-08E8-4497-884B-917B02BC9AF2}" srcOrd="0" destOrd="0" presId="urn:microsoft.com/office/officeart/2005/8/layout/hChevron3"/>
    <dgm:cxn modelId="{C28BF138-10CE-4AE2-9596-685DFA3537FD}" srcId="{D55284EF-BC27-4DA5-9EDF-8AE4DDA7BC51}" destId="{55BF9A51-9442-43BD-A7B1-C08A52DC14C0}" srcOrd="2" destOrd="0" parTransId="{35303BBC-8F7E-401F-BF22-4BC9073B9D54}" sibTransId="{8D7E3942-A186-4806-8E81-4ADA6E3C59D1}"/>
    <dgm:cxn modelId="{D6725870-1BAE-4893-AB5E-49D5D3431F7A}" type="presOf" srcId="{F7E3C992-C657-49E7-ACA5-E42336492979}" destId="{AA7F5C41-158D-4160-AA0E-A9E925436152}" srcOrd="0" destOrd="0" presId="urn:microsoft.com/office/officeart/2005/8/layout/hChevron3"/>
    <dgm:cxn modelId="{9FB8DE75-937C-46FA-9A06-2E96FF13AF02}" type="presOf" srcId="{71C14D5C-CD96-489B-ADDD-87A1DE0C1BAC}" destId="{FC39C9DF-4551-4D23-92BD-CAA8BC814F1D}" srcOrd="0" destOrd="0" presId="urn:microsoft.com/office/officeart/2005/8/layout/hChevron3"/>
    <dgm:cxn modelId="{4E86E676-75D2-4B33-921D-DBAD52BB0428}" srcId="{D55284EF-BC27-4DA5-9EDF-8AE4DDA7BC51}" destId="{F2DFE4AB-F198-4BE7-9E95-7149171FE726}" srcOrd="5" destOrd="0" parTransId="{33C54E50-A561-4388-A802-44486C05B301}" sibTransId="{CD996BCA-9739-49A7-BE4F-2023DB5DD4E7}"/>
    <dgm:cxn modelId="{6A80D28F-4911-4498-ACB1-0C193D905790}" srcId="{D55284EF-BC27-4DA5-9EDF-8AE4DDA7BC51}" destId="{ED79C73E-6D7D-4AF0-9E53-C6CD2332565F}" srcOrd="1" destOrd="0" parTransId="{5AB82E1E-7994-490D-AA44-70359502D7C4}" sibTransId="{0CDA27B2-F892-453F-82C8-8AFDD50A345D}"/>
    <dgm:cxn modelId="{38F58492-B3D6-4F45-AC34-178A3B69984B}" srcId="{D55284EF-BC27-4DA5-9EDF-8AE4DDA7BC51}" destId="{3343B077-7519-4707-BD28-9FED6DBEB7F6}" srcOrd="4" destOrd="0" parTransId="{B1EE7652-AF9F-44A2-BFCC-2B2926D54E21}" sibTransId="{E567DC1F-55AB-4039-B21B-2648C259E916}"/>
    <dgm:cxn modelId="{11A8F5A3-DB94-40E7-B444-A0F28AD52A5B}" type="presOf" srcId="{55BF9A51-9442-43BD-A7B1-C08A52DC14C0}" destId="{652A39D3-F429-44F0-B68F-2347DA867BC5}" srcOrd="0" destOrd="0" presId="urn:microsoft.com/office/officeart/2005/8/layout/hChevron3"/>
    <dgm:cxn modelId="{287F16AB-8D8B-45D7-A777-AC424CCAE87F}" type="presOf" srcId="{F2DFE4AB-F198-4BE7-9E95-7149171FE726}" destId="{75CC07CA-ADFD-4188-800F-E0E46DC27D0B}" srcOrd="0" destOrd="0" presId="urn:microsoft.com/office/officeart/2005/8/layout/hChevron3"/>
    <dgm:cxn modelId="{4DBFDAE2-7757-4BB8-86B7-2F777E01497A}" type="presOf" srcId="{ED79C73E-6D7D-4AF0-9E53-C6CD2332565F}" destId="{47E5C38D-7DBB-4591-AF37-3E0560EA7B5D}" srcOrd="0" destOrd="0" presId="urn:microsoft.com/office/officeart/2005/8/layout/hChevron3"/>
    <dgm:cxn modelId="{B1FF62FC-500F-4616-B74E-9EF829F9ED89}" srcId="{D55284EF-BC27-4DA5-9EDF-8AE4DDA7BC51}" destId="{F7E3C992-C657-49E7-ACA5-E42336492979}" srcOrd="0" destOrd="0" parTransId="{6DCFBE8B-F45F-409D-98FF-6AF3399A8835}" sibTransId="{FFFC7363-591D-4181-94FA-06D98E216F60}"/>
    <dgm:cxn modelId="{7E596AFD-CD2C-4A67-AF26-1FED23BD0D0E}" type="presOf" srcId="{3343B077-7519-4707-BD28-9FED6DBEB7F6}" destId="{8ABCD2AC-1155-4856-95B0-CF641EB23FDE}" srcOrd="0" destOrd="0" presId="urn:microsoft.com/office/officeart/2005/8/layout/hChevron3"/>
    <dgm:cxn modelId="{B62AB937-B420-4240-BB4B-33C34ADC07E6}" type="presParOf" srcId="{2BAD27FF-08E8-4497-884B-917B02BC9AF2}" destId="{AA7F5C41-158D-4160-AA0E-A9E925436152}" srcOrd="0" destOrd="0" presId="urn:microsoft.com/office/officeart/2005/8/layout/hChevron3"/>
    <dgm:cxn modelId="{D28CA0A0-98EA-43C3-B18C-7267D04634BE}" type="presParOf" srcId="{2BAD27FF-08E8-4497-884B-917B02BC9AF2}" destId="{A2B8D1D5-A327-4594-8646-B6998CA32020}" srcOrd="1" destOrd="0" presId="urn:microsoft.com/office/officeart/2005/8/layout/hChevron3"/>
    <dgm:cxn modelId="{7F1169A3-36B2-4C7B-B1B8-4B7C5581E3CC}" type="presParOf" srcId="{2BAD27FF-08E8-4497-884B-917B02BC9AF2}" destId="{47E5C38D-7DBB-4591-AF37-3E0560EA7B5D}" srcOrd="2" destOrd="0" presId="urn:microsoft.com/office/officeart/2005/8/layout/hChevron3"/>
    <dgm:cxn modelId="{503ED590-C15C-49E3-930B-B96DE9338730}" type="presParOf" srcId="{2BAD27FF-08E8-4497-884B-917B02BC9AF2}" destId="{4317E639-6256-41AF-870C-B3C8032423C3}" srcOrd="3" destOrd="0" presId="urn:microsoft.com/office/officeart/2005/8/layout/hChevron3"/>
    <dgm:cxn modelId="{7F3A4DA1-7F0E-4B49-B10E-D4E502B8B430}" type="presParOf" srcId="{2BAD27FF-08E8-4497-884B-917B02BC9AF2}" destId="{652A39D3-F429-44F0-B68F-2347DA867BC5}" srcOrd="4" destOrd="0" presId="urn:microsoft.com/office/officeart/2005/8/layout/hChevron3"/>
    <dgm:cxn modelId="{B388A2BF-E91A-4947-B7B9-FC2DF2689F0B}" type="presParOf" srcId="{2BAD27FF-08E8-4497-884B-917B02BC9AF2}" destId="{EFBEC68C-933F-471C-BC32-536F9D7E6863}" srcOrd="5" destOrd="0" presId="urn:microsoft.com/office/officeart/2005/8/layout/hChevron3"/>
    <dgm:cxn modelId="{B5527E37-DB2E-48D8-A2A8-42E13E30630F}" type="presParOf" srcId="{2BAD27FF-08E8-4497-884B-917B02BC9AF2}" destId="{FC39C9DF-4551-4D23-92BD-CAA8BC814F1D}" srcOrd="6" destOrd="0" presId="urn:microsoft.com/office/officeart/2005/8/layout/hChevron3"/>
    <dgm:cxn modelId="{B50518CE-19BE-43C8-AA0E-8FC5B267D8A8}" type="presParOf" srcId="{2BAD27FF-08E8-4497-884B-917B02BC9AF2}" destId="{B323C126-7252-440E-9522-C0571B6268F3}" srcOrd="7" destOrd="0" presId="urn:microsoft.com/office/officeart/2005/8/layout/hChevron3"/>
    <dgm:cxn modelId="{F16FB9D1-21FF-4A81-A043-691D83C45CD6}" type="presParOf" srcId="{2BAD27FF-08E8-4497-884B-917B02BC9AF2}" destId="{8ABCD2AC-1155-4856-95B0-CF641EB23FDE}" srcOrd="8" destOrd="0" presId="urn:microsoft.com/office/officeart/2005/8/layout/hChevron3"/>
    <dgm:cxn modelId="{98E80C7B-D08D-4D50-B885-211CC8F6F8B2}" type="presParOf" srcId="{2BAD27FF-08E8-4497-884B-917B02BC9AF2}" destId="{63C9D51B-E4B6-4C18-A94B-0C3C6D8A30E3}" srcOrd="9" destOrd="0" presId="urn:microsoft.com/office/officeart/2005/8/layout/hChevron3"/>
    <dgm:cxn modelId="{F223E155-FB5A-49DD-90F2-04893646DA89}" type="presParOf" srcId="{2BAD27FF-08E8-4497-884B-917B02BC9AF2}" destId="{75CC07CA-ADFD-4188-800F-E0E46DC27D0B}" srcOrd="10" destOrd="0" presId="urn:microsoft.com/office/officeart/2005/8/layout/hChevron3"/>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D55284EF-BC27-4DA5-9EDF-8AE4DDA7BC51}" type="doc">
      <dgm:prSet loTypeId="urn:microsoft.com/office/officeart/2005/8/layout/hChevron3" loCatId="process" qsTypeId="urn:microsoft.com/office/officeart/2005/8/quickstyle/simple1" qsCatId="simple" csTypeId="urn:microsoft.com/office/officeart/2005/8/colors/accent3_2" csCatId="accent3" phldr="1"/>
      <dgm:spPr/>
    </dgm:pt>
    <dgm:pt modelId="{F7E3C992-C657-49E7-ACA5-E42336492979}">
      <dgm:prSet phldrT="[Text]"/>
      <dgm:spPr>
        <a:solidFill>
          <a:schemeClr val="accent3">
            <a:lumMod val="60000"/>
            <a:lumOff val="40000"/>
          </a:schemeClr>
        </a:solidFill>
      </dgm:spPr>
      <dgm:t>
        <a:bodyPr/>
        <a:lstStyle/>
        <a:p>
          <a:r>
            <a:rPr lang="de-DE" dirty="0" err="1"/>
            <a:t>Rectified</a:t>
          </a:r>
          <a:r>
            <a:rPr lang="de-DE" dirty="0"/>
            <a:t>_</a:t>
          </a:r>
          <a:br>
            <a:rPr lang="de-DE" dirty="0"/>
          </a:br>
          <a:r>
            <a:rPr lang="de-DE" dirty="0" err="1"/>
            <a:t>Image_Node</a:t>
          </a:r>
          <a:endParaRPr lang="de-DE" dirty="0"/>
        </a:p>
      </dgm:t>
    </dgm:pt>
    <dgm:pt modelId="{6DCFBE8B-F45F-409D-98FF-6AF3399A8835}" type="parTrans" cxnId="{B1FF62FC-500F-4616-B74E-9EF829F9ED89}">
      <dgm:prSet/>
      <dgm:spPr/>
      <dgm:t>
        <a:bodyPr/>
        <a:lstStyle/>
        <a:p>
          <a:endParaRPr lang="de-DE"/>
        </a:p>
      </dgm:t>
    </dgm:pt>
    <dgm:pt modelId="{FFFC7363-591D-4181-94FA-06D98E216F60}" type="sibTrans" cxnId="{B1FF62FC-500F-4616-B74E-9EF829F9ED89}">
      <dgm:prSet/>
      <dgm:spPr/>
      <dgm:t>
        <a:bodyPr/>
        <a:lstStyle/>
        <a:p>
          <a:endParaRPr lang="de-DE"/>
        </a:p>
      </dgm:t>
    </dgm:pt>
    <dgm:pt modelId="{F2DFE4AB-F198-4BE7-9E95-7149171FE726}">
      <dgm:prSet phldrT="[Text]"/>
      <dgm:spPr>
        <a:solidFill>
          <a:schemeClr val="accent3">
            <a:lumMod val="60000"/>
            <a:lumOff val="40000"/>
          </a:schemeClr>
        </a:solidFill>
      </dgm:spPr>
      <dgm:t>
        <a:bodyPr/>
        <a:lstStyle/>
        <a:p>
          <a:r>
            <a:rPr lang="de-DE" dirty="0"/>
            <a:t>Fahren …</a:t>
          </a:r>
        </a:p>
      </dgm:t>
    </dgm:pt>
    <dgm:pt modelId="{33C54E50-A561-4388-A802-44486C05B301}" type="parTrans" cxnId="{4E86E676-75D2-4B33-921D-DBAD52BB0428}">
      <dgm:prSet/>
      <dgm:spPr/>
      <dgm:t>
        <a:bodyPr/>
        <a:lstStyle/>
        <a:p>
          <a:endParaRPr lang="de-DE"/>
        </a:p>
      </dgm:t>
    </dgm:pt>
    <dgm:pt modelId="{CD996BCA-9739-49A7-BE4F-2023DB5DD4E7}" type="sibTrans" cxnId="{4E86E676-75D2-4B33-921D-DBAD52BB0428}">
      <dgm:prSet/>
      <dgm:spPr/>
      <dgm:t>
        <a:bodyPr/>
        <a:lstStyle/>
        <a:p>
          <a:endParaRPr lang="de-DE"/>
        </a:p>
      </dgm:t>
    </dgm:pt>
    <dgm:pt modelId="{71C14D5C-CD96-489B-ADDD-87A1DE0C1BAC}">
      <dgm:prSet phldrT="[Text]"/>
      <dgm:spPr>
        <a:solidFill>
          <a:schemeClr val="accent3">
            <a:lumMod val="60000"/>
            <a:lumOff val="40000"/>
          </a:schemeClr>
        </a:solidFill>
      </dgm:spPr>
      <dgm:t>
        <a:bodyPr/>
        <a:lstStyle/>
        <a:p>
          <a:r>
            <a:rPr lang="de-DE" dirty="0" err="1"/>
            <a:t>Follow_Line</a:t>
          </a:r>
          <a:r>
            <a:rPr lang="de-DE" dirty="0"/>
            <a:t>_</a:t>
          </a:r>
          <a:br>
            <a:rPr lang="de-DE" dirty="0"/>
          </a:br>
          <a:r>
            <a:rPr lang="de-DE" dirty="0"/>
            <a:t>Node</a:t>
          </a:r>
        </a:p>
      </dgm:t>
    </dgm:pt>
    <dgm:pt modelId="{34A86944-71BB-4DDA-8E47-01BD0A07169A}" type="parTrans" cxnId="{60DAF504-CD4E-467E-935C-56A827B5701A}">
      <dgm:prSet/>
      <dgm:spPr/>
      <dgm:t>
        <a:bodyPr/>
        <a:lstStyle/>
        <a:p>
          <a:endParaRPr lang="de-DE"/>
        </a:p>
      </dgm:t>
    </dgm:pt>
    <dgm:pt modelId="{45678C71-3D1A-48BC-AD73-1ADEB7132ED0}" type="sibTrans" cxnId="{60DAF504-CD4E-467E-935C-56A827B5701A}">
      <dgm:prSet/>
      <dgm:spPr/>
      <dgm:t>
        <a:bodyPr/>
        <a:lstStyle/>
        <a:p>
          <a:endParaRPr lang="de-DE"/>
        </a:p>
      </dgm:t>
    </dgm:pt>
    <dgm:pt modelId="{3343B077-7519-4707-BD28-9FED6DBEB7F6}">
      <dgm:prSet phldrT="[Text]"/>
      <dgm:spPr>
        <a:solidFill>
          <a:schemeClr val="accent3">
            <a:lumMod val="60000"/>
            <a:lumOff val="40000"/>
          </a:schemeClr>
        </a:solidFill>
      </dgm:spPr>
      <dgm:t>
        <a:bodyPr/>
        <a:lstStyle/>
        <a:p>
          <a:r>
            <a:rPr lang="de-DE" dirty="0"/>
            <a:t>Zusammenspiel der Nodes</a:t>
          </a:r>
        </a:p>
      </dgm:t>
    </dgm:pt>
    <dgm:pt modelId="{B1EE7652-AF9F-44A2-BFCC-2B2926D54E21}" type="parTrans" cxnId="{38F58492-B3D6-4F45-AC34-178A3B69984B}">
      <dgm:prSet/>
      <dgm:spPr/>
      <dgm:t>
        <a:bodyPr/>
        <a:lstStyle/>
        <a:p>
          <a:endParaRPr lang="de-DE"/>
        </a:p>
      </dgm:t>
    </dgm:pt>
    <dgm:pt modelId="{E567DC1F-55AB-4039-B21B-2648C259E916}" type="sibTrans" cxnId="{38F58492-B3D6-4F45-AC34-178A3B69984B}">
      <dgm:prSet/>
      <dgm:spPr/>
      <dgm:t>
        <a:bodyPr/>
        <a:lstStyle/>
        <a:p>
          <a:endParaRPr lang="de-DE"/>
        </a:p>
      </dgm:t>
    </dgm:pt>
    <dgm:pt modelId="{ED79C73E-6D7D-4AF0-9E53-C6CD2332565F}">
      <dgm:prSet phldrT="[Text]"/>
      <dgm:spPr>
        <a:solidFill>
          <a:schemeClr val="accent3">
            <a:lumMod val="60000"/>
            <a:lumOff val="40000"/>
          </a:schemeClr>
        </a:solidFill>
      </dgm:spPr>
      <dgm:t>
        <a:bodyPr/>
        <a:lstStyle/>
        <a:p>
          <a:r>
            <a:rPr lang="de-DE" dirty="0"/>
            <a:t>Birdseye_</a:t>
          </a:r>
          <a:br>
            <a:rPr lang="de-DE" dirty="0"/>
          </a:br>
          <a:r>
            <a:rPr lang="de-DE" dirty="0"/>
            <a:t>Node</a:t>
          </a:r>
        </a:p>
      </dgm:t>
    </dgm:pt>
    <dgm:pt modelId="{5AB82E1E-7994-490D-AA44-70359502D7C4}" type="parTrans" cxnId="{6A80D28F-4911-4498-ACB1-0C193D905790}">
      <dgm:prSet/>
      <dgm:spPr/>
      <dgm:t>
        <a:bodyPr/>
        <a:lstStyle/>
        <a:p>
          <a:endParaRPr lang="de-DE"/>
        </a:p>
      </dgm:t>
    </dgm:pt>
    <dgm:pt modelId="{0CDA27B2-F892-453F-82C8-8AFDD50A345D}" type="sibTrans" cxnId="{6A80D28F-4911-4498-ACB1-0C193D905790}">
      <dgm:prSet/>
      <dgm:spPr/>
      <dgm:t>
        <a:bodyPr/>
        <a:lstStyle/>
        <a:p>
          <a:endParaRPr lang="de-DE"/>
        </a:p>
      </dgm:t>
    </dgm:pt>
    <dgm:pt modelId="{55BF9A51-9442-43BD-A7B1-C08A52DC14C0}">
      <dgm:prSet phldrT="[Text]"/>
      <dgm:spPr>
        <a:solidFill>
          <a:srgbClr val="AF708B"/>
        </a:solidFill>
      </dgm:spPr>
      <dgm:t>
        <a:bodyPr/>
        <a:lstStyle/>
        <a:p>
          <a:r>
            <a:rPr lang="de-DE" dirty="0" err="1"/>
            <a:t>Birdseye_With</a:t>
          </a:r>
          <a:r>
            <a:rPr lang="de-DE" dirty="0"/>
            <a:t>_</a:t>
          </a:r>
          <a:br>
            <a:rPr lang="de-DE" dirty="0"/>
          </a:br>
          <a:r>
            <a:rPr lang="de-DE" dirty="0" err="1"/>
            <a:t>LiDAR_Node</a:t>
          </a:r>
          <a:endParaRPr lang="de-DE" dirty="0"/>
        </a:p>
      </dgm:t>
    </dgm:pt>
    <dgm:pt modelId="{35303BBC-8F7E-401F-BF22-4BC9073B9D54}" type="parTrans" cxnId="{C28BF138-10CE-4AE2-9596-685DFA3537FD}">
      <dgm:prSet/>
      <dgm:spPr/>
      <dgm:t>
        <a:bodyPr/>
        <a:lstStyle/>
        <a:p>
          <a:endParaRPr lang="de-DE"/>
        </a:p>
      </dgm:t>
    </dgm:pt>
    <dgm:pt modelId="{8D7E3942-A186-4806-8E81-4ADA6E3C59D1}" type="sibTrans" cxnId="{C28BF138-10CE-4AE2-9596-685DFA3537FD}">
      <dgm:prSet/>
      <dgm:spPr/>
      <dgm:t>
        <a:bodyPr/>
        <a:lstStyle/>
        <a:p>
          <a:endParaRPr lang="de-DE"/>
        </a:p>
      </dgm:t>
    </dgm:pt>
    <dgm:pt modelId="{2BAD27FF-08E8-4497-884B-917B02BC9AF2}" type="pres">
      <dgm:prSet presAssocID="{D55284EF-BC27-4DA5-9EDF-8AE4DDA7BC51}" presName="Name0" presStyleCnt="0">
        <dgm:presLayoutVars>
          <dgm:dir/>
          <dgm:resizeHandles val="exact"/>
        </dgm:presLayoutVars>
      </dgm:prSet>
      <dgm:spPr/>
    </dgm:pt>
    <dgm:pt modelId="{AA7F5C41-158D-4160-AA0E-A9E925436152}" type="pres">
      <dgm:prSet presAssocID="{F7E3C992-C657-49E7-ACA5-E42336492979}" presName="parTxOnly" presStyleLbl="node1" presStyleIdx="0" presStyleCnt="6">
        <dgm:presLayoutVars>
          <dgm:bulletEnabled val="1"/>
        </dgm:presLayoutVars>
      </dgm:prSet>
      <dgm:spPr/>
    </dgm:pt>
    <dgm:pt modelId="{A2B8D1D5-A327-4594-8646-B6998CA32020}" type="pres">
      <dgm:prSet presAssocID="{FFFC7363-591D-4181-94FA-06D98E216F60}" presName="parSpace" presStyleCnt="0"/>
      <dgm:spPr/>
    </dgm:pt>
    <dgm:pt modelId="{47E5C38D-7DBB-4591-AF37-3E0560EA7B5D}" type="pres">
      <dgm:prSet presAssocID="{ED79C73E-6D7D-4AF0-9E53-C6CD2332565F}" presName="parTxOnly" presStyleLbl="node1" presStyleIdx="1" presStyleCnt="6">
        <dgm:presLayoutVars>
          <dgm:bulletEnabled val="1"/>
        </dgm:presLayoutVars>
      </dgm:prSet>
      <dgm:spPr/>
    </dgm:pt>
    <dgm:pt modelId="{4317E639-6256-41AF-870C-B3C8032423C3}" type="pres">
      <dgm:prSet presAssocID="{0CDA27B2-F892-453F-82C8-8AFDD50A345D}" presName="parSpace" presStyleCnt="0"/>
      <dgm:spPr/>
    </dgm:pt>
    <dgm:pt modelId="{652A39D3-F429-44F0-B68F-2347DA867BC5}" type="pres">
      <dgm:prSet presAssocID="{55BF9A51-9442-43BD-A7B1-C08A52DC14C0}" presName="parTxOnly" presStyleLbl="node1" presStyleIdx="2" presStyleCnt="6">
        <dgm:presLayoutVars>
          <dgm:bulletEnabled val="1"/>
        </dgm:presLayoutVars>
      </dgm:prSet>
      <dgm:spPr/>
    </dgm:pt>
    <dgm:pt modelId="{EFBEC68C-933F-471C-BC32-536F9D7E6863}" type="pres">
      <dgm:prSet presAssocID="{8D7E3942-A186-4806-8E81-4ADA6E3C59D1}" presName="parSpace" presStyleCnt="0"/>
      <dgm:spPr/>
    </dgm:pt>
    <dgm:pt modelId="{FC39C9DF-4551-4D23-92BD-CAA8BC814F1D}" type="pres">
      <dgm:prSet presAssocID="{71C14D5C-CD96-489B-ADDD-87A1DE0C1BAC}" presName="parTxOnly" presStyleLbl="node1" presStyleIdx="3" presStyleCnt="6">
        <dgm:presLayoutVars>
          <dgm:bulletEnabled val="1"/>
        </dgm:presLayoutVars>
      </dgm:prSet>
      <dgm:spPr/>
    </dgm:pt>
    <dgm:pt modelId="{B323C126-7252-440E-9522-C0571B6268F3}" type="pres">
      <dgm:prSet presAssocID="{45678C71-3D1A-48BC-AD73-1ADEB7132ED0}" presName="parSpace" presStyleCnt="0"/>
      <dgm:spPr/>
    </dgm:pt>
    <dgm:pt modelId="{8ABCD2AC-1155-4856-95B0-CF641EB23FDE}" type="pres">
      <dgm:prSet presAssocID="{3343B077-7519-4707-BD28-9FED6DBEB7F6}" presName="parTxOnly" presStyleLbl="node1" presStyleIdx="4" presStyleCnt="6">
        <dgm:presLayoutVars>
          <dgm:bulletEnabled val="1"/>
        </dgm:presLayoutVars>
      </dgm:prSet>
      <dgm:spPr/>
    </dgm:pt>
    <dgm:pt modelId="{63C9D51B-E4B6-4C18-A94B-0C3C6D8A30E3}" type="pres">
      <dgm:prSet presAssocID="{E567DC1F-55AB-4039-B21B-2648C259E916}" presName="parSpace" presStyleCnt="0"/>
      <dgm:spPr/>
    </dgm:pt>
    <dgm:pt modelId="{75CC07CA-ADFD-4188-800F-E0E46DC27D0B}" type="pres">
      <dgm:prSet presAssocID="{F2DFE4AB-F198-4BE7-9E95-7149171FE726}" presName="parTxOnly" presStyleLbl="node1" presStyleIdx="5" presStyleCnt="6">
        <dgm:presLayoutVars>
          <dgm:bulletEnabled val="1"/>
        </dgm:presLayoutVars>
      </dgm:prSet>
      <dgm:spPr/>
    </dgm:pt>
  </dgm:ptLst>
  <dgm:cxnLst>
    <dgm:cxn modelId="{60DAF504-CD4E-467E-935C-56A827B5701A}" srcId="{D55284EF-BC27-4DA5-9EDF-8AE4DDA7BC51}" destId="{71C14D5C-CD96-489B-ADDD-87A1DE0C1BAC}" srcOrd="3" destOrd="0" parTransId="{34A86944-71BB-4DDA-8E47-01BD0A07169A}" sibTransId="{45678C71-3D1A-48BC-AD73-1ADEB7132ED0}"/>
    <dgm:cxn modelId="{144F4931-A73D-4D7B-8133-0828AAACE357}" type="presOf" srcId="{D55284EF-BC27-4DA5-9EDF-8AE4DDA7BC51}" destId="{2BAD27FF-08E8-4497-884B-917B02BC9AF2}" srcOrd="0" destOrd="0" presId="urn:microsoft.com/office/officeart/2005/8/layout/hChevron3"/>
    <dgm:cxn modelId="{C28BF138-10CE-4AE2-9596-685DFA3537FD}" srcId="{D55284EF-BC27-4DA5-9EDF-8AE4DDA7BC51}" destId="{55BF9A51-9442-43BD-A7B1-C08A52DC14C0}" srcOrd="2" destOrd="0" parTransId="{35303BBC-8F7E-401F-BF22-4BC9073B9D54}" sibTransId="{8D7E3942-A186-4806-8E81-4ADA6E3C59D1}"/>
    <dgm:cxn modelId="{D6725870-1BAE-4893-AB5E-49D5D3431F7A}" type="presOf" srcId="{F7E3C992-C657-49E7-ACA5-E42336492979}" destId="{AA7F5C41-158D-4160-AA0E-A9E925436152}" srcOrd="0" destOrd="0" presId="urn:microsoft.com/office/officeart/2005/8/layout/hChevron3"/>
    <dgm:cxn modelId="{9FB8DE75-937C-46FA-9A06-2E96FF13AF02}" type="presOf" srcId="{71C14D5C-CD96-489B-ADDD-87A1DE0C1BAC}" destId="{FC39C9DF-4551-4D23-92BD-CAA8BC814F1D}" srcOrd="0" destOrd="0" presId="urn:microsoft.com/office/officeart/2005/8/layout/hChevron3"/>
    <dgm:cxn modelId="{4E86E676-75D2-4B33-921D-DBAD52BB0428}" srcId="{D55284EF-BC27-4DA5-9EDF-8AE4DDA7BC51}" destId="{F2DFE4AB-F198-4BE7-9E95-7149171FE726}" srcOrd="5" destOrd="0" parTransId="{33C54E50-A561-4388-A802-44486C05B301}" sibTransId="{CD996BCA-9739-49A7-BE4F-2023DB5DD4E7}"/>
    <dgm:cxn modelId="{6A80D28F-4911-4498-ACB1-0C193D905790}" srcId="{D55284EF-BC27-4DA5-9EDF-8AE4DDA7BC51}" destId="{ED79C73E-6D7D-4AF0-9E53-C6CD2332565F}" srcOrd="1" destOrd="0" parTransId="{5AB82E1E-7994-490D-AA44-70359502D7C4}" sibTransId="{0CDA27B2-F892-453F-82C8-8AFDD50A345D}"/>
    <dgm:cxn modelId="{38F58492-B3D6-4F45-AC34-178A3B69984B}" srcId="{D55284EF-BC27-4DA5-9EDF-8AE4DDA7BC51}" destId="{3343B077-7519-4707-BD28-9FED6DBEB7F6}" srcOrd="4" destOrd="0" parTransId="{B1EE7652-AF9F-44A2-BFCC-2B2926D54E21}" sibTransId="{E567DC1F-55AB-4039-B21B-2648C259E916}"/>
    <dgm:cxn modelId="{11A8F5A3-DB94-40E7-B444-A0F28AD52A5B}" type="presOf" srcId="{55BF9A51-9442-43BD-A7B1-C08A52DC14C0}" destId="{652A39D3-F429-44F0-B68F-2347DA867BC5}" srcOrd="0" destOrd="0" presId="urn:microsoft.com/office/officeart/2005/8/layout/hChevron3"/>
    <dgm:cxn modelId="{287F16AB-8D8B-45D7-A777-AC424CCAE87F}" type="presOf" srcId="{F2DFE4AB-F198-4BE7-9E95-7149171FE726}" destId="{75CC07CA-ADFD-4188-800F-E0E46DC27D0B}" srcOrd="0" destOrd="0" presId="urn:microsoft.com/office/officeart/2005/8/layout/hChevron3"/>
    <dgm:cxn modelId="{4DBFDAE2-7757-4BB8-86B7-2F777E01497A}" type="presOf" srcId="{ED79C73E-6D7D-4AF0-9E53-C6CD2332565F}" destId="{47E5C38D-7DBB-4591-AF37-3E0560EA7B5D}" srcOrd="0" destOrd="0" presId="urn:microsoft.com/office/officeart/2005/8/layout/hChevron3"/>
    <dgm:cxn modelId="{B1FF62FC-500F-4616-B74E-9EF829F9ED89}" srcId="{D55284EF-BC27-4DA5-9EDF-8AE4DDA7BC51}" destId="{F7E3C992-C657-49E7-ACA5-E42336492979}" srcOrd="0" destOrd="0" parTransId="{6DCFBE8B-F45F-409D-98FF-6AF3399A8835}" sibTransId="{FFFC7363-591D-4181-94FA-06D98E216F60}"/>
    <dgm:cxn modelId="{7E596AFD-CD2C-4A67-AF26-1FED23BD0D0E}" type="presOf" srcId="{3343B077-7519-4707-BD28-9FED6DBEB7F6}" destId="{8ABCD2AC-1155-4856-95B0-CF641EB23FDE}" srcOrd="0" destOrd="0" presId="urn:microsoft.com/office/officeart/2005/8/layout/hChevron3"/>
    <dgm:cxn modelId="{B62AB937-B420-4240-BB4B-33C34ADC07E6}" type="presParOf" srcId="{2BAD27FF-08E8-4497-884B-917B02BC9AF2}" destId="{AA7F5C41-158D-4160-AA0E-A9E925436152}" srcOrd="0" destOrd="0" presId="urn:microsoft.com/office/officeart/2005/8/layout/hChevron3"/>
    <dgm:cxn modelId="{D28CA0A0-98EA-43C3-B18C-7267D04634BE}" type="presParOf" srcId="{2BAD27FF-08E8-4497-884B-917B02BC9AF2}" destId="{A2B8D1D5-A327-4594-8646-B6998CA32020}" srcOrd="1" destOrd="0" presId="urn:microsoft.com/office/officeart/2005/8/layout/hChevron3"/>
    <dgm:cxn modelId="{7F1169A3-36B2-4C7B-B1B8-4B7C5581E3CC}" type="presParOf" srcId="{2BAD27FF-08E8-4497-884B-917B02BC9AF2}" destId="{47E5C38D-7DBB-4591-AF37-3E0560EA7B5D}" srcOrd="2" destOrd="0" presId="urn:microsoft.com/office/officeart/2005/8/layout/hChevron3"/>
    <dgm:cxn modelId="{503ED590-C15C-49E3-930B-B96DE9338730}" type="presParOf" srcId="{2BAD27FF-08E8-4497-884B-917B02BC9AF2}" destId="{4317E639-6256-41AF-870C-B3C8032423C3}" srcOrd="3" destOrd="0" presId="urn:microsoft.com/office/officeart/2005/8/layout/hChevron3"/>
    <dgm:cxn modelId="{7F3A4DA1-7F0E-4B49-B10E-D4E502B8B430}" type="presParOf" srcId="{2BAD27FF-08E8-4497-884B-917B02BC9AF2}" destId="{652A39D3-F429-44F0-B68F-2347DA867BC5}" srcOrd="4" destOrd="0" presId="urn:microsoft.com/office/officeart/2005/8/layout/hChevron3"/>
    <dgm:cxn modelId="{B388A2BF-E91A-4947-B7B9-FC2DF2689F0B}" type="presParOf" srcId="{2BAD27FF-08E8-4497-884B-917B02BC9AF2}" destId="{EFBEC68C-933F-471C-BC32-536F9D7E6863}" srcOrd="5" destOrd="0" presId="urn:microsoft.com/office/officeart/2005/8/layout/hChevron3"/>
    <dgm:cxn modelId="{B5527E37-DB2E-48D8-A2A8-42E13E30630F}" type="presParOf" srcId="{2BAD27FF-08E8-4497-884B-917B02BC9AF2}" destId="{FC39C9DF-4551-4D23-92BD-CAA8BC814F1D}" srcOrd="6" destOrd="0" presId="urn:microsoft.com/office/officeart/2005/8/layout/hChevron3"/>
    <dgm:cxn modelId="{B50518CE-19BE-43C8-AA0E-8FC5B267D8A8}" type="presParOf" srcId="{2BAD27FF-08E8-4497-884B-917B02BC9AF2}" destId="{B323C126-7252-440E-9522-C0571B6268F3}" srcOrd="7" destOrd="0" presId="urn:microsoft.com/office/officeart/2005/8/layout/hChevron3"/>
    <dgm:cxn modelId="{F16FB9D1-21FF-4A81-A043-691D83C45CD6}" type="presParOf" srcId="{2BAD27FF-08E8-4497-884B-917B02BC9AF2}" destId="{8ABCD2AC-1155-4856-95B0-CF641EB23FDE}" srcOrd="8" destOrd="0" presId="urn:microsoft.com/office/officeart/2005/8/layout/hChevron3"/>
    <dgm:cxn modelId="{98E80C7B-D08D-4D50-B885-211CC8F6F8B2}" type="presParOf" srcId="{2BAD27FF-08E8-4497-884B-917B02BC9AF2}" destId="{63C9D51B-E4B6-4C18-A94B-0C3C6D8A30E3}" srcOrd="9" destOrd="0" presId="urn:microsoft.com/office/officeart/2005/8/layout/hChevron3"/>
    <dgm:cxn modelId="{F223E155-FB5A-49DD-90F2-04893646DA89}" type="presParOf" srcId="{2BAD27FF-08E8-4497-884B-917B02BC9AF2}" destId="{75CC07CA-ADFD-4188-800F-E0E46DC27D0B}" srcOrd="10" destOrd="0" presId="urn:microsoft.com/office/officeart/2005/8/layout/hChevron3"/>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D55284EF-BC27-4DA5-9EDF-8AE4DDA7BC51}" type="doc">
      <dgm:prSet loTypeId="urn:microsoft.com/office/officeart/2005/8/layout/hChevron3" loCatId="process" qsTypeId="urn:microsoft.com/office/officeart/2005/8/quickstyle/simple1" qsCatId="simple" csTypeId="urn:microsoft.com/office/officeart/2005/8/colors/accent3_2" csCatId="accent3" phldr="1"/>
      <dgm:spPr/>
    </dgm:pt>
    <dgm:pt modelId="{F7E3C992-C657-49E7-ACA5-E42336492979}">
      <dgm:prSet phldrT="[Text]"/>
      <dgm:spPr>
        <a:solidFill>
          <a:schemeClr val="accent3">
            <a:lumMod val="60000"/>
            <a:lumOff val="40000"/>
          </a:schemeClr>
        </a:solidFill>
      </dgm:spPr>
      <dgm:t>
        <a:bodyPr/>
        <a:lstStyle/>
        <a:p>
          <a:r>
            <a:rPr lang="de-DE" dirty="0" err="1"/>
            <a:t>Rectified</a:t>
          </a:r>
          <a:r>
            <a:rPr lang="de-DE" dirty="0"/>
            <a:t>_</a:t>
          </a:r>
          <a:br>
            <a:rPr lang="de-DE" dirty="0"/>
          </a:br>
          <a:r>
            <a:rPr lang="de-DE" dirty="0" err="1"/>
            <a:t>Image_Node</a:t>
          </a:r>
          <a:endParaRPr lang="de-DE" dirty="0"/>
        </a:p>
      </dgm:t>
    </dgm:pt>
    <dgm:pt modelId="{6DCFBE8B-F45F-409D-98FF-6AF3399A8835}" type="parTrans" cxnId="{B1FF62FC-500F-4616-B74E-9EF829F9ED89}">
      <dgm:prSet/>
      <dgm:spPr/>
      <dgm:t>
        <a:bodyPr/>
        <a:lstStyle/>
        <a:p>
          <a:endParaRPr lang="de-DE"/>
        </a:p>
      </dgm:t>
    </dgm:pt>
    <dgm:pt modelId="{FFFC7363-591D-4181-94FA-06D98E216F60}" type="sibTrans" cxnId="{B1FF62FC-500F-4616-B74E-9EF829F9ED89}">
      <dgm:prSet/>
      <dgm:spPr/>
      <dgm:t>
        <a:bodyPr/>
        <a:lstStyle/>
        <a:p>
          <a:endParaRPr lang="de-DE"/>
        </a:p>
      </dgm:t>
    </dgm:pt>
    <dgm:pt modelId="{F2DFE4AB-F198-4BE7-9E95-7149171FE726}">
      <dgm:prSet phldrT="[Text]"/>
      <dgm:spPr>
        <a:solidFill>
          <a:schemeClr val="accent3">
            <a:lumMod val="60000"/>
            <a:lumOff val="40000"/>
          </a:schemeClr>
        </a:solidFill>
      </dgm:spPr>
      <dgm:t>
        <a:bodyPr/>
        <a:lstStyle/>
        <a:p>
          <a:r>
            <a:rPr lang="de-DE" dirty="0"/>
            <a:t>Fahren …</a:t>
          </a:r>
        </a:p>
      </dgm:t>
    </dgm:pt>
    <dgm:pt modelId="{33C54E50-A561-4388-A802-44486C05B301}" type="parTrans" cxnId="{4E86E676-75D2-4B33-921D-DBAD52BB0428}">
      <dgm:prSet/>
      <dgm:spPr/>
      <dgm:t>
        <a:bodyPr/>
        <a:lstStyle/>
        <a:p>
          <a:endParaRPr lang="de-DE"/>
        </a:p>
      </dgm:t>
    </dgm:pt>
    <dgm:pt modelId="{CD996BCA-9739-49A7-BE4F-2023DB5DD4E7}" type="sibTrans" cxnId="{4E86E676-75D2-4B33-921D-DBAD52BB0428}">
      <dgm:prSet/>
      <dgm:spPr/>
      <dgm:t>
        <a:bodyPr/>
        <a:lstStyle/>
        <a:p>
          <a:endParaRPr lang="de-DE"/>
        </a:p>
      </dgm:t>
    </dgm:pt>
    <dgm:pt modelId="{71C14D5C-CD96-489B-ADDD-87A1DE0C1BAC}">
      <dgm:prSet phldrT="[Text]"/>
      <dgm:spPr>
        <a:solidFill>
          <a:srgbClr val="AF708B"/>
        </a:solidFill>
      </dgm:spPr>
      <dgm:t>
        <a:bodyPr/>
        <a:lstStyle/>
        <a:p>
          <a:r>
            <a:rPr lang="de-DE" dirty="0" err="1"/>
            <a:t>Follow_Line</a:t>
          </a:r>
          <a:r>
            <a:rPr lang="de-DE" dirty="0"/>
            <a:t>_</a:t>
          </a:r>
          <a:br>
            <a:rPr lang="de-DE" dirty="0"/>
          </a:br>
          <a:r>
            <a:rPr lang="de-DE" dirty="0"/>
            <a:t>Node</a:t>
          </a:r>
        </a:p>
      </dgm:t>
    </dgm:pt>
    <dgm:pt modelId="{34A86944-71BB-4DDA-8E47-01BD0A07169A}" type="parTrans" cxnId="{60DAF504-CD4E-467E-935C-56A827B5701A}">
      <dgm:prSet/>
      <dgm:spPr/>
      <dgm:t>
        <a:bodyPr/>
        <a:lstStyle/>
        <a:p>
          <a:endParaRPr lang="de-DE"/>
        </a:p>
      </dgm:t>
    </dgm:pt>
    <dgm:pt modelId="{45678C71-3D1A-48BC-AD73-1ADEB7132ED0}" type="sibTrans" cxnId="{60DAF504-CD4E-467E-935C-56A827B5701A}">
      <dgm:prSet/>
      <dgm:spPr/>
      <dgm:t>
        <a:bodyPr/>
        <a:lstStyle/>
        <a:p>
          <a:endParaRPr lang="de-DE"/>
        </a:p>
      </dgm:t>
    </dgm:pt>
    <dgm:pt modelId="{3343B077-7519-4707-BD28-9FED6DBEB7F6}">
      <dgm:prSet phldrT="[Text]"/>
      <dgm:spPr>
        <a:solidFill>
          <a:schemeClr val="accent3">
            <a:lumMod val="60000"/>
            <a:lumOff val="40000"/>
          </a:schemeClr>
        </a:solidFill>
      </dgm:spPr>
      <dgm:t>
        <a:bodyPr/>
        <a:lstStyle/>
        <a:p>
          <a:r>
            <a:rPr lang="de-DE" dirty="0"/>
            <a:t>Zusammenspiel der Nodes</a:t>
          </a:r>
        </a:p>
      </dgm:t>
    </dgm:pt>
    <dgm:pt modelId="{B1EE7652-AF9F-44A2-BFCC-2B2926D54E21}" type="parTrans" cxnId="{38F58492-B3D6-4F45-AC34-178A3B69984B}">
      <dgm:prSet/>
      <dgm:spPr/>
      <dgm:t>
        <a:bodyPr/>
        <a:lstStyle/>
        <a:p>
          <a:endParaRPr lang="de-DE"/>
        </a:p>
      </dgm:t>
    </dgm:pt>
    <dgm:pt modelId="{E567DC1F-55AB-4039-B21B-2648C259E916}" type="sibTrans" cxnId="{38F58492-B3D6-4F45-AC34-178A3B69984B}">
      <dgm:prSet/>
      <dgm:spPr/>
      <dgm:t>
        <a:bodyPr/>
        <a:lstStyle/>
        <a:p>
          <a:endParaRPr lang="de-DE"/>
        </a:p>
      </dgm:t>
    </dgm:pt>
    <dgm:pt modelId="{ED79C73E-6D7D-4AF0-9E53-C6CD2332565F}">
      <dgm:prSet phldrT="[Text]"/>
      <dgm:spPr>
        <a:solidFill>
          <a:schemeClr val="accent3">
            <a:lumMod val="60000"/>
            <a:lumOff val="40000"/>
          </a:schemeClr>
        </a:solidFill>
      </dgm:spPr>
      <dgm:t>
        <a:bodyPr/>
        <a:lstStyle/>
        <a:p>
          <a:r>
            <a:rPr lang="de-DE" dirty="0"/>
            <a:t>Birdseye_</a:t>
          </a:r>
          <a:br>
            <a:rPr lang="de-DE" dirty="0"/>
          </a:br>
          <a:r>
            <a:rPr lang="de-DE" dirty="0"/>
            <a:t>Node</a:t>
          </a:r>
        </a:p>
      </dgm:t>
    </dgm:pt>
    <dgm:pt modelId="{5AB82E1E-7994-490D-AA44-70359502D7C4}" type="parTrans" cxnId="{6A80D28F-4911-4498-ACB1-0C193D905790}">
      <dgm:prSet/>
      <dgm:spPr/>
      <dgm:t>
        <a:bodyPr/>
        <a:lstStyle/>
        <a:p>
          <a:endParaRPr lang="de-DE"/>
        </a:p>
      </dgm:t>
    </dgm:pt>
    <dgm:pt modelId="{0CDA27B2-F892-453F-82C8-8AFDD50A345D}" type="sibTrans" cxnId="{6A80D28F-4911-4498-ACB1-0C193D905790}">
      <dgm:prSet/>
      <dgm:spPr/>
      <dgm:t>
        <a:bodyPr/>
        <a:lstStyle/>
        <a:p>
          <a:endParaRPr lang="de-DE"/>
        </a:p>
      </dgm:t>
    </dgm:pt>
    <dgm:pt modelId="{55BF9A51-9442-43BD-A7B1-C08A52DC14C0}">
      <dgm:prSet phldrT="[Text]"/>
      <dgm:spPr>
        <a:solidFill>
          <a:schemeClr val="accent3">
            <a:lumMod val="60000"/>
            <a:lumOff val="40000"/>
          </a:schemeClr>
        </a:solidFill>
      </dgm:spPr>
      <dgm:t>
        <a:bodyPr/>
        <a:lstStyle/>
        <a:p>
          <a:r>
            <a:rPr lang="de-DE" dirty="0" err="1"/>
            <a:t>Birdseye_With</a:t>
          </a:r>
          <a:r>
            <a:rPr lang="de-DE" dirty="0"/>
            <a:t>_</a:t>
          </a:r>
          <a:br>
            <a:rPr lang="de-DE" dirty="0"/>
          </a:br>
          <a:r>
            <a:rPr lang="de-DE" dirty="0" err="1"/>
            <a:t>LiDAR_Node</a:t>
          </a:r>
          <a:endParaRPr lang="de-DE" dirty="0"/>
        </a:p>
      </dgm:t>
    </dgm:pt>
    <dgm:pt modelId="{35303BBC-8F7E-401F-BF22-4BC9073B9D54}" type="parTrans" cxnId="{C28BF138-10CE-4AE2-9596-685DFA3537FD}">
      <dgm:prSet/>
      <dgm:spPr/>
      <dgm:t>
        <a:bodyPr/>
        <a:lstStyle/>
        <a:p>
          <a:endParaRPr lang="de-DE"/>
        </a:p>
      </dgm:t>
    </dgm:pt>
    <dgm:pt modelId="{8D7E3942-A186-4806-8E81-4ADA6E3C59D1}" type="sibTrans" cxnId="{C28BF138-10CE-4AE2-9596-685DFA3537FD}">
      <dgm:prSet/>
      <dgm:spPr/>
      <dgm:t>
        <a:bodyPr/>
        <a:lstStyle/>
        <a:p>
          <a:endParaRPr lang="de-DE"/>
        </a:p>
      </dgm:t>
    </dgm:pt>
    <dgm:pt modelId="{2BAD27FF-08E8-4497-884B-917B02BC9AF2}" type="pres">
      <dgm:prSet presAssocID="{D55284EF-BC27-4DA5-9EDF-8AE4DDA7BC51}" presName="Name0" presStyleCnt="0">
        <dgm:presLayoutVars>
          <dgm:dir/>
          <dgm:resizeHandles val="exact"/>
        </dgm:presLayoutVars>
      </dgm:prSet>
      <dgm:spPr/>
    </dgm:pt>
    <dgm:pt modelId="{AA7F5C41-158D-4160-AA0E-A9E925436152}" type="pres">
      <dgm:prSet presAssocID="{F7E3C992-C657-49E7-ACA5-E42336492979}" presName="parTxOnly" presStyleLbl="node1" presStyleIdx="0" presStyleCnt="6">
        <dgm:presLayoutVars>
          <dgm:bulletEnabled val="1"/>
        </dgm:presLayoutVars>
      </dgm:prSet>
      <dgm:spPr/>
    </dgm:pt>
    <dgm:pt modelId="{A2B8D1D5-A327-4594-8646-B6998CA32020}" type="pres">
      <dgm:prSet presAssocID="{FFFC7363-591D-4181-94FA-06D98E216F60}" presName="parSpace" presStyleCnt="0"/>
      <dgm:spPr/>
    </dgm:pt>
    <dgm:pt modelId="{47E5C38D-7DBB-4591-AF37-3E0560EA7B5D}" type="pres">
      <dgm:prSet presAssocID="{ED79C73E-6D7D-4AF0-9E53-C6CD2332565F}" presName="parTxOnly" presStyleLbl="node1" presStyleIdx="1" presStyleCnt="6">
        <dgm:presLayoutVars>
          <dgm:bulletEnabled val="1"/>
        </dgm:presLayoutVars>
      </dgm:prSet>
      <dgm:spPr/>
    </dgm:pt>
    <dgm:pt modelId="{4317E639-6256-41AF-870C-B3C8032423C3}" type="pres">
      <dgm:prSet presAssocID="{0CDA27B2-F892-453F-82C8-8AFDD50A345D}" presName="parSpace" presStyleCnt="0"/>
      <dgm:spPr/>
    </dgm:pt>
    <dgm:pt modelId="{652A39D3-F429-44F0-B68F-2347DA867BC5}" type="pres">
      <dgm:prSet presAssocID="{55BF9A51-9442-43BD-A7B1-C08A52DC14C0}" presName="parTxOnly" presStyleLbl="node1" presStyleIdx="2" presStyleCnt="6">
        <dgm:presLayoutVars>
          <dgm:bulletEnabled val="1"/>
        </dgm:presLayoutVars>
      </dgm:prSet>
      <dgm:spPr/>
    </dgm:pt>
    <dgm:pt modelId="{EFBEC68C-933F-471C-BC32-536F9D7E6863}" type="pres">
      <dgm:prSet presAssocID="{8D7E3942-A186-4806-8E81-4ADA6E3C59D1}" presName="parSpace" presStyleCnt="0"/>
      <dgm:spPr/>
    </dgm:pt>
    <dgm:pt modelId="{FC39C9DF-4551-4D23-92BD-CAA8BC814F1D}" type="pres">
      <dgm:prSet presAssocID="{71C14D5C-CD96-489B-ADDD-87A1DE0C1BAC}" presName="parTxOnly" presStyleLbl="node1" presStyleIdx="3" presStyleCnt="6">
        <dgm:presLayoutVars>
          <dgm:bulletEnabled val="1"/>
        </dgm:presLayoutVars>
      </dgm:prSet>
      <dgm:spPr/>
    </dgm:pt>
    <dgm:pt modelId="{B323C126-7252-440E-9522-C0571B6268F3}" type="pres">
      <dgm:prSet presAssocID="{45678C71-3D1A-48BC-AD73-1ADEB7132ED0}" presName="parSpace" presStyleCnt="0"/>
      <dgm:spPr/>
    </dgm:pt>
    <dgm:pt modelId="{8ABCD2AC-1155-4856-95B0-CF641EB23FDE}" type="pres">
      <dgm:prSet presAssocID="{3343B077-7519-4707-BD28-9FED6DBEB7F6}" presName="parTxOnly" presStyleLbl="node1" presStyleIdx="4" presStyleCnt="6">
        <dgm:presLayoutVars>
          <dgm:bulletEnabled val="1"/>
        </dgm:presLayoutVars>
      </dgm:prSet>
      <dgm:spPr/>
    </dgm:pt>
    <dgm:pt modelId="{63C9D51B-E4B6-4C18-A94B-0C3C6D8A30E3}" type="pres">
      <dgm:prSet presAssocID="{E567DC1F-55AB-4039-B21B-2648C259E916}" presName="parSpace" presStyleCnt="0"/>
      <dgm:spPr/>
    </dgm:pt>
    <dgm:pt modelId="{75CC07CA-ADFD-4188-800F-E0E46DC27D0B}" type="pres">
      <dgm:prSet presAssocID="{F2DFE4AB-F198-4BE7-9E95-7149171FE726}" presName="parTxOnly" presStyleLbl="node1" presStyleIdx="5" presStyleCnt="6">
        <dgm:presLayoutVars>
          <dgm:bulletEnabled val="1"/>
        </dgm:presLayoutVars>
      </dgm:prSet>
      <dgm:spPr/>
    </dgm:pt>
  </dgm:ptLst>
  <dgm:cxnLst>
    <dgm:cxn modelId="{60DAF504-CD4E-467E-935C-56A827B5701A}" srcId="{D55284EF-BC27-4DA5-9EDF-8AE4DDA7BC51}" destId="{71C14D5C-CD96-489B-ADDD-87A1DE0C1BAC}" srcOrd="3" destOrd="0" parTransId="{34A86944-71BB-4DDA-8E47-01BD0A07169A}" sibTransId="{45678C71-3D1A-48BC-AD73-1ADEB7132ED0}"/>
    <dgm:cxn modelId="{144F4931-A73D-4D7B-8133-0828AAACE357}" type="presOf" srcId="{D55284EF-BC27-4DA5-9EDF-8AE4DDA7BC51}" destId="{2BAD27FF-08E8-4497-884B-917B02BC9AF2}" srcOrd="0" destOrd="0" presId="urn:microsoft.com/office/officeart/2005/8/layout/hChevron3"/>
    <dgm:cxn modelId="{C28BF138-10CE-4AE2-9596-685DFA3537FD}" srcId="{D55284EF-BC27-4DA5-9EDF-8AE4DDA7BC51}" destId="{55BF9A51-9442-43BD-A7B1-C08A52DC14C0}" srcOrd="2" destOrd="0" parTransId="{35303BBC-8F7E-401F-BF22-4BC9073B9D54}" sibTransId="{8D7E3942-A186-4806-8E81-4ADA6E3C59D1}"/>
    <dgm:cxn modelId="{D6725870-1BAE-4893-AB5E-49D5D3431F7A}" type="presOf" srcId="{F7E3C992-C657-49E7-ACA5-E42336492979}" destId="{AA7F5C41-158D-4160-AA0E-A9E925436152}" srcOrd="0" destOrd="0" presId="urn:microsoft.com/office/officeart/2005/8/layout/hChevron3"/>
    <dgm:cxn modelId="{9FB8DE75-937C-46FA-9A06-2E96FF13AF02}" type="presOf" srcId="{71C14D5C-CD96-489B-ADDD-87A1DE0C1BAC}" destId="{FC39C9DF-4551-4D23-92BD-CAA8BC814F1D}" srcOrd="0" destOrd="0" presId="urn:microsoft.com/office/officeart/2005/8/layout/hChevron3"/>
    <dgm:cxn modelId="{4E86E676-75D2-4B33-921D-DBAD52BB0428}" srcId="{D55284EF-BC27-4DA5-9EDF-8AE4DDA7BC51}" destId="{F2DFE4AB-F198-4BE7-9E95-7149171FE726}" srcOrd="5" destOrd="0" parTransId="{33C54E50-A561-4388-A802-44486C05B301}" sibTransId="{CD996BCA-9739-49A7-BE4F-2023DB5DD4E7}"/>
    <dgm:cxn modelId="{6A80D28F-4911-4498-ACB1-0C193D905790}" srcId="{D55284EF-BC27-4DA5-9EDF-8AE4DDA7BC51}" destId="{ED79C73E-6D7D-4AF0-9E53-C6CD2332565F}" srcOrd="1" destOrd="0" parTransId="{5AB82E1E-7994-490D-AA44-70359502D7C4}" sibTransId="{0CDA27B2-F892-453F-82C8-8AFDD50A345D}"/>
    <dgm:cxn modelId="{38F58492-B3D6-4F45-AC34-178A3B69984B}" srcId="{D55284EF-BC27-4DA5-9EDF-8AE4DDA7BC51}" destId="{3343B077-7519-4707-BD28-9FED6DBEB7F6}" srcOrd="4" destOrd="0" parTransId="{B1EE7652-AF9F-44A2-BFCC-2B2926D54E21}" sibTransId="{E567DC1F-55AB-4039-B21B-2648C259E916}"/>
    <dgm:cxn modelId="{11A8F5A3-DB94-40E7-B444-A0F28AD52A5B}" type="presOf" srcId="{55BF9A51-9442-43BD-A7B1-C08A52DC14C0}" destId="{652A39D3-F429-44F0-B68F-2347DA867BC5}" srcOrd="0" destOrd="0" presId="urn:microsoft.com/office/officeart/2005/8/layout/hChevron3"/>
    <dgm:cxn modelId="{287F16AB-8D8B-45D7-A777-AC424CCAE87F}" type="presOf" srcId="{F2DFE4AB-F198-4BE7-9E95-7149171FE726}" destId="{75CC07CA-ADFD-4188-800F-E0E46DC27D0B}" srcOrd="0" destOrd="0" presId="urn:microsoft.com/office/officeart/2005/8/layout/hChevron3"/>
    <dgm:cxn modelId="{4DBFDAE2-7757-4BB8-86B7-2F777E01497A}" type="presOf" srcId="{ED79C73E-6D7D-4AF0-9E53-C6CD2332565F}" destId="{47E5C38D-7DBB-4591-AF37-3E0560EA7B5D}" srcOrd="0" destOrd="0" presId="urn:microsoft.com/office/officeart/2005/8/layout/hChevron3"/>
    <dgm:cxn modelId="{B1FF62FC-500F-4616-B74E-9EF829F9ED89}" srcId="{D55284EF-BC27-4DA5-9EDF-8AE4DDA7BC51}" destId="{F7E3C992-C657-49E7-ACA5-E42336492979}" srcOrd="0" destOrd="0" parTransId="{6DCFBE8B-F45F-409D-98FF-6AF3399A8835}" sibTransId="{FFFC7363-591D-4181-94FA-06D98E216F60}"/>
    <dgm:cxn modelId="{7E596AFD-CD2C-4A67-AF26-1FED23BD0D0E}" type="presOf" srcId="{3343B077-7519-4707-BD28-9FED6DBEB7F6}" destId="{8ABCD2AC-1155-4856-95B0-CF641EB23FDE}" srcOrd="0" destOrd="0" presId="urn:microsoft.com/office/officeart/2005/8/layout/hChevron3"/>
    <dgm:cxn modelId="{B62AB937-B420-4240-BB4B-33C34ADC07E6}" type="presParOf" srcId="{2BAD27FF-08E8-4497-884B-917B02BC9AF2}" destId="{AA7F5C41-158D-4160-AA0E-A9E925436152}" srcOrd="0" destOrd="0" presId="urn:microsoft.com/office/officeart/2005/8/layout/hChevron3"/>
    <dgm:cxn modelId="{D28CA0A0-98EA-43C3-B18C-7267D04634BE}" type="presParOf" srcId="{2BAD27FF-08E8-4497-884B-917B02BC9AF2}" destId="{A2B8D1D5-A327-4594-8646-B6998CA32020}" srcOrd="1" destOrd="0" presId="urn:microsoft.com/office/officeart/2005/8/layout/hChevron3"/>
    <dgm:cxn modelId="{7F1169A3-36B2-4C7B-B1B8-4B7C5581E3CC}" type="presParOf" srcId="{2BAD27FF-08E8-4497-884B-917B02BC9AF2}" destId="{47E5C38D-7DBB-4591-AF37-3E0560EA7B5D}" srcOrd="2" destOrd="0" presId="urn:microsoft.com/office/officeart/2005/8/layout/hChevron3"/>
    <dgm:cxn modelId="{503ED590-C15C-49E3-930B-B96DE9338730}" type="presParOf" srcId="{2BAD27FF-08E8-4497-884B-917B02BC9AF2}" destId="{4317E639-6256-41AF-870C-B3C8032423C3}" srcOrd="3" destOrd="0" presId="urn:microsoft.com/office/officeart/2005/8/layout/hChevron3"/>
    <dgm:cxn modelId="{7F3A4DA1-7F0E-4B49-B10E-D4E502B8B430}" type="presParOf" srcId="{2BAD27FF-08E8-4497-884B-917B02BC9AF2}" destId="{652A39D3-F429-44F0-B68F-2347DA867BC5}" srcOrd="4" destOrd="0" presId="urn:microsoft.com/office/officeart/2005/8/layout/hChevron3"/>
    <dgm:cxn modelId="{B388A2BF-E91A-4947-B7B9-FC2DF2689F0B}" type="presParOf" srcId="{2BAD27FF-08E8-4497-884B-917B02BC9AF2}" destId="{EFBEC68C-933F-471C-BC32-536F9D7E6863}" srcOrd="5" destOrd="0" presId="urn:microsoft.com/office/officeart/2005/8/layout/hChevron3"/>
    <dgm:cxn modelId="{B5527E37-DB2E-48D8-A2A8-42E13E30630F}" type="presParOf" srcId="{2BAD27FF-08E8-4497-884B-917B02BC9AF2}" destId="{FC39C9DF-4551-4D23-92BD-CAA8BC814F1D}" srcOrd="6" destOrd="0" presId="urn:microsoft.com/office/officeart/2005/8/layout/hChevron3"/>
    <dgm:cxn modelId="{B50518CE-19BE-43C8-AA0E-8FC5B267D8A8}" type="presParOf" srcId="{2BAD27FF-08E8-4497-884B-917B02BC9AF2}" destId="{B323C126-7252-440E-9522-C0571B6268F3}" srcOrd="7" destOrd="0" presId="urn:microsoft.com/office/officeart/2005/8/layout/hChevron3"/>
    <dgm:cxn modelId="{F16FB9D1-21FF-4A81-A043-691D83C45CD6}" type="presParOf" srcId="{2BAD27FF-08E8-4497-884B-917B02BC9AF2}" destId="{8ABCD2AC-1155-4856-95B0-CF641EB23FDE}" srcOrd="8" destOrd="0" presId="urn:microsoft.com/office/officeart/2005/8/layout/hChevron3"/>
    <dgm:cxn modelId="{98E80C7B-D08D-4D50-B885-211CC8F6F8B2}" type="presParOf" srcId="{2BAD27FF-08E8-4497-884B-917B02BC9AF2}" destId="{63C9D51B-E4B6-4C18-A94B-0C3C6D8A30E3}" srcOrd="9" destOrd="0" presId="urn:microsoft.com/office/officeart/2005/8/layout/hChevron3"/>
    <dgm:cxn modelId="{F223E155-FB5A-49DD-90F2-04893646DA89}" type="presParOf" srcId="{2BAD27FF-08E8-4497-884B-917B02BC9AF2}" destId="{75CC07CA-ADFD-4188-800F-E0E46DC27D0B}" srcOrd="10" destOrd="0" presId="urn:microsoft.com/office/officeart/2005/8/layout/hChevron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D55284EF-BC27-4DA5-9EDF-8AE4DDA7BC51}" type="doc">
      <dgm:prSet loTypeId="urn:microsoft.com/office/officeart/2005/8/layout/hChevron3" loCatId="process" qsTypeId="urn:microsoft.com/office/officeart/2005/8/quickstyle/simple1" qsCatId="simple" csTypeId="urn:microsoft.com/office/officeart/2005/8/colors/accent3_2" csCatId="accent3" phldr="1"/>
      <dgm:spPr/>
    </dgm:pt>
    <dgm:pt modelId="{F7E3C992-C657-49E7-ACA5-E42336492979}">
      <dgm:prSet phldrT="[Text]"/>
      <dgm:spPr>
        <a:solidFill>
          <a:schemeClr val="accent3">
            <a:lumMod val="60000"/>
            <a:lumOff val="40000"/>
          </a:schemeClr>
        </a:solidFill>
      </dgm:spPr>
      <dgm:t>
        <a:bodyPr/>
        <a:lstStyle/>
        <a:p>
          <a:r>
            <a:rPr lang="de-DE" dirty="0" err="1"/>
            <a:t>Rectified</a:t>
          </a:r>
          <a:r>
            <a:rPr lang="de-DE" dirty="0"/>
            <a:t>_</a:t>
          </a:r>
          <a:br>
            <a:rPr lang="de-DE" dirty="0"/>
          </a:br>
          <a:r>
            <a:rPr lang="de-DE" dirty="0" err="1"/>
            <a:t>Image_Node</a:t>
          </a:r>
          <a:endParaRPr lang="de-DE" dirty="0"/>
        </a:p>
      </dgm:t>
    </dgm:pt>
    <dgm:pt modelId="{6DCFBE8B-F45F-409D-98FF-6AF3399A8835}" type="parTrans" cxnId="{B1FF62FC-500F-4616-B74E-9EF829F9ED89}">
      <dgm:prSet/>
      <dgm:spPr/>
      <dgm:t>
        <a:bodyPr/>
        <a:lstStyle/>
        <a:p>
          <a:endParaRPr lang="de-DE"/>
        </a:p>
      </dgm:t>
    </dgm:pt>
    <dgm:pt modelId="{FFFC7363-591D-4181-94FA-06D98E216F60}" type="sibTrans" cxnId="{B1FF62FC-500F-4616-B74E-9EF829F9ED89}">
      <dgm:prSet/>
      <dgm:spPr/>
      <dgm:t>
        <a:bodyPr/>
        <a:lstStyle/>
        <a:p>
          <a:endParaRPr lang="de-DE"/>
        </a:p>
      </dgm:t>
    </dgm:pt>
    <dgm:pt modelId="{F2DFE4AB-F198-4BE7-9E95-7149171FE726}">
      <dgm:prSet phldrT="[Text]"/>
      <dgm:spPr>
        <a:solidFill>
          <a:schemeClr val="accent3">
            <a:lumMod val="60000"/>
            <a:lumOff val="40000"/>
          </a:schemeClr>
        </a:solidFill>
      </dgm:spPr>
      <dgm:t>
        <a:bodyPr/>
        <a:lstStyle/>
        <a:p>
          <a:r>
            <a:rPr lang="de-DE" dirty="0"/>
            <a:t>Fahren …</a:t>
          </a:r>
        </a:p>
      </dgm:t>
    </dgm:pt>
    <dgm:pt modelId="{33C54E50-A561-4388-A802-44486C05B301}" type="parTrans" cxnId="{4E86E676-75D2-4B33-921D-DBAD52BB0428}">
      <dgm:prSet/>
      <dgm:spPr/>
      <dgm:t>
        <a:bodyPr/>
        <a:lstStyle/>
        <a:p>
          <a:endParaRPr lang="de-DE"/>
        </a:p>
      </dgm:t>
    </dgm:pt>
    <dgm:pt modelId="{CD996BCA-9739-49A7-BE4F-2023DB5DD4E7}" type="sibTrans" cxnId="{4E86E676-75D2-4B33-921D-DBAD52BB0428}">
      <dgm:prSet/>
      <dgm:spPr/>
      <dgm:t>
        <a:bodyPr/>
        <a:lstStyle/>
        <a:p>
          <a:endParaRPr lang="de-DE"/>
        </a:p>
      </dgm:t>
    </dgm:pt>
    <dgm:pt modelId="{71C14D5C-CD96-489B-ADDD-87A1DE0C1BAC}">
      <dgm:prSet phldrT="[Text]"/>
      <dgm:spPr>
        <a:solidFill>
          <a:srgbClr val="AF708B"/>
        </a:solidFill>
      </dgm:spPr>
      <dgm:t>
        <a:bodyPr/>
        <a:lstStyle/>
        <a:p>
          <a:r>
            <a:rPr lang="de-DE" dirty="0" err="1"/>
            <a:t>Follow_Line</a:t>
          </a:r>
          <a:r>
            <a:rPr lang="de-DE" dirty="0"/>
            <a:t>_</a:t>
          </a:r>
          <a:br>
            <a:rPr lang="de-DE" dirty="0"/>
          </a:br>
          <a:r>
            <a:rPr lang="de-DE" dirty="0"/>
            <a:t>Node</a:t>
          </a:r>
        </a:p>
      </dgm:t>
    </dgm:pt>
    <dgm:pt modelId="{34A86944-71BB-4DDA-8E47-01BD0A07169A}" type="parTrans" cxnId="{60DAF504-CD4E-467E-935C-56A827B5701A}">
      <dgm:prSet/>
      <dgm:spPr/>
      <dgm:t>
        <a:bodyPr/>
        <a:lstStyle/>
        <a:p>
          <a:endParaRPr lang="de-DE"/>
        </a:p>
      </dgm:t>
    </dgm:pt>
    <dgm:pt modelId="{45678C71-3D1A-48BC-AD73-1ADEB7132ED0}" type="sibTrans" cxnId="{60DAF504-CD4E-467E-935C-56A827B5701A}">
      <dgm:prSet/>
      <dgm:spPr/>
      <dgm:t>
        <a:bodyPr/>
        <a:lstStyle/>
        <a:p>
          <a:endParaRPr lang="de-DE"/>
        </a:p>
      </dgm:t>
    </dgm:pt>
    <dgm:pt modelId="{3343B077-7519-4707-BD28-9FED6DBEB7F6}">
      <dgm:prSet phldrT="[Text]"/>
      <dgm:spPr>
        <a:solidFill>
          <a:schemeClr val="accent3">
            <a:lumMod val="60000"/>
            <a:lumOff val="40000"/>
          </a:schemeClr>
        </a:solidFill>
      </dgm:spPr>
      <dgm:t>
        <a:bodyPr/>
        <a:lstStyle/>
        <a:p>
          <a:r>
            <a:rPr lang="de-DE" dirty="0"/>
            <a:t>Zusammenspiel der Nodes</a:t>
          </a:r>
        </a:p>
      </dgm:t>
    </dgm:pt>
    <dgm:pt modelId="{B1EE7652-AF9F-44A2-BFCC-2B2926D54E21}" type="parTrans" cxnId="{38F58492-B3D6-4F45-AC34-178A3B69984B}">
      <dgm:prSet/>
      <dgm:spPr/>
      <dgm:t>
        <a:bodyPr/>
        <a:lstStyle/>
        <a:p>
          <a:endParaRPr lang="de-DE"/>
        </a:p>
      </dgm:t>
    </dgm:pt>
    <dgm:pt modelId="{E567DC1F-55AB-4039-B21B-2648C259E916}" type="sibTrans" cxnId="{38F58492-B3D6-4F45-AC34-178A3B69984B}">
      <dgm:prSet/>
      <dgm:spPr/>
      <dgm:t>
        <a:bodyPr/>
        <a:lstStyle/>
        <a:p>
          <a:endParaRPr lang="de-DE"/>
        </a:p>
      </dgm:t>
    </dgm:pt>
    <dgm:pt modelId="{ED79C73E-6D7D-4AF0-9E53-C6CD2332565F}">
      <dgm:prSet phldrT="[Text]"/>
      <dgm:spPr>
        <a:solidFill>
          <a:schemeClr val="accent3">
            <a:lumMod val="60000"/>
            <a:lumOff val="40000"/>
          </a:schemeClr>
        </a:solidFill>
      </dgm:spPr>
      <dgm:t>
        <a:bodyPr/>
        <a:lstStyle/>
        <a:p>
          <a:r>
            <a:rPr lang="de-DE" dirty="0"/>
            <a:t>Birdseye_</a:t>
          </a:r>
          <a:br>
            <a:rPr lang="de-DE" dirty="0"/>
          </a:br>
          <a:r>
            <a:rPr lang="de-DE" dirty="0"/>
            <a:t>Node</a:t>
          </a:r>
        </a:p>
      </dgm:t>
    </dgm:pt>
    <dgm:pt modelId="{5AB82E1E-7994-490D-AA44-70359502D7C4}" type="parTrans" cxnId="{6A80D28F-4911-4498-ACB1-0C193D905790}">
      <dgm:prSet/>
      <dgm:spPr/>
      <dgm:t>
        <a:bodyPr/>
        <a:lstStyle/>
        <a:p>
          <a:endParaRPr lang="de-DE"/>
        </a:p>
      </dgm:t>
    </dgm:pt>
    <dgm:pt modelId="{0CDA27B2-F892-453F-82C8-8AFDD50A345D}" type="sibTrans" cxnId="{6A80D28F-4911-4498-ACB1-0C193D905790}">
      <dgm:prSet/>
      <dgm:spPr/>
      <dgm:t>
        <a:bodyPr/>
        <a:lstStyle/>
        <a:p>
          <a:endParaRPr lang="de-DE"/>
        </a:p>
      </dgm:t>
    </dgm:pt>
    <dgm:pt modelId="{55BF9A51-9442-43BD-A7B1-C08A52DC14C0}">
      <dgm:prSet phldrT="[Text]"/>
      <dgm:spPr>
        <a:solidFill>
          <a:schemeClr val="accent3">
            <a:lumMod val="60000"/>
            <a:lumOff val="40000"/>
          </a:schemeClr>
        </a:solidFill>
      </dgm:spPr>
      <dgm:t>
        <a:bodyPr/>
        <a:lstStyle/>
        <a:p>
          <a:r>
            <a:rPr lang="de-DE" dirty="0" err="1"/>
            <a:t>Birdseye_With</a:t>
          </a:r>
          <a:r>
            <a:rPr lang="de-DE" dirty="0"/>
            <a:t>_</a:t>
          </a:r>
          <a:br>
            <a:rPr lang="de-DE" dirty="0"/>
          </a:br>
          <a:r>
            <a:rPr lang="de-DE" dirty="0" err="1"/>
            <a:t>LiDAR_Node</a:t>
          </a:r>
          <a:endParaRPr lang="de-DE" dirty="0"/>
        </a:p>
      </dgm:t>
    </dgm:pt>
    <dgm:pt modelId="{35303BBC-8F7E-401F-BF22-4BC9073B9D54}" type="parTrans" cxnId="{C28BF138-10CE-4AE2-9596-685DFA3537FD}">
      <dgm:prSet/>
      <dgm:spPr/>
      <dgm:t>
        <a:bodyPr/>
        <a:lstStyle/>
        <a:p>
          <a:endParaRPr lang="de-DE"/>
        </a:p>
      </dgm:t>
    </dgm:pt>
    <dgm:pt modelId="{8D7E3942-A186-4806-8E81-4ADA6E3C59D1}" type="sibTrans" cxnId="{C28BF138-10CE-4AE2-9596-685DFA3537FD}">
      <dgm:prSet/>
      <dgm:spPr/>
      <dgm:t>
        <a:bodyPr/>
        <a:lstStyle/>
        <a:p>
          <a:endParaRPr lang="de-DE"/>
        </a:p>
      </dgm:t>
    </dgm:pt>
    <dgm:pt modelId="{2BAD27FF-08E8-4497-884B-917B02BC9AF2}" type="pres">
      <dgm:prSet presAssocID="{D55284EF-BC27-4DA5-9EDF-8AE4DDA7BC51}" presName="Name0" presStyleCnt="0">
        <dgm:presLayoutVars>
          <dgm:dir/>
          <dgm:resizeHandles val="exact"/>
        </dgm:presLayoutVars>
      </dgm:prSet>
      <dgm:spPr/>
    </dgm:pt>
    <dgm:pt modelId="{AA7F5C41-158D-4160-AA0E-A9E925436152}" type="pres">
      <dgm:prSet presAssocID="{F7E3C992-C657-49E7-ACA5-E42336492979}" presName="parTxOnly" presStyleLbl="node1" presStyleIdx="0" presStyleCnt="6">
        <dgm:presLayoutVars>
          <dgm:bulletEnabled val="1"/>
        </dgm:presLayoutVars>
      </dgm:prSet>
      <dgm:spPr/>
    </dgm:pt>
    <dgm:pt modelId="{A2B8D1D5-A327-4594-8646-B6998CA32020}" type="pres">
      <dgm:prSet presAssocID="{FFFC7363-591D-4181-94FA-06D98E216F60}" presName="parSpace" presStyleCnt="0"/>
      <dgm:spPr/>
    </dgm:pt>
    <dgm:pt modelId="{47E5C38D-7DBB-4591-AF37-3E0560EA7B5D}" type="pres">
      <dgm:prSet presAssocID="{ED79C73E-6D7D-4AF0-9E53-C6CD2332565F}" presName="parTxOnly" presStyleLbl="node1" presStyleIdx="1" presStyleCnt="6">
        <dgm:presLayoutVars>
          <dgm:bulletEnabled val="1"/>
        </dgm:presLayoutVars>
      </dgm:prSet>
      <dgm:spPr/>
    </dgm:pt>
    <dgm:pt modelId="{4317E639-6256-41AF-870C-B3C8032423C3}" type="pres">
      <dgm:prSet presAssocID="{0CDA27B2-F892-453F-82C8-8AFDD50A345D}" presName="parSpace" presStyleCnt="0"/>
      <dgm:spPr/>
    </dgm:pt>
    <dgm:pt modelId="{652A39D3-F429-44F0-B68F-2347DA867BC5}" type="pres">
      <dgm:prSet presAssocID="{55BF9A51-9442-43BD-A7B1-C08A52DC14C0}" presName="parTxOnly" presStyleLbl="node1" presStyleIdx="2" presStyleCnt="6">
        <dgm:presLayoutVars>
          <dgm:bulletEnabled val="1"/>
        </dgm:presLayoutVars>
      </dgm:prSet>
      <dgm:spPr/>
    </dgm:pt>
    <dgm:pt modelId="{EFBEC68C-933F-471C-BC32-536F9D7E6863}" type="pres">
      <dgm:prSet presAssocID="{8D7E3942-A186-4806-8E81-4ADA6E3C59D1}" presName="parSpace" presStyleCnt="0"/>
      <dgm:spPr/>
    </dgm:pt>
    <dgm:pt modelId="{FC39C9DF-4551-4D23-92BD-CAA8BC814F1D}" type="pres">
      <dgm:prSet presAssocID="{71C14D5C-CD96-489B-ADDD-87A1DE0C1BAC}" presName="parTxOnly" presStyleLbl="node1" presStyleIdx="3" presStyleCnt="6">
        <dgm:presLayoutVars>
          <dgm:bulletEnabled val="1"/>
        </dgm:presLayoutVars>
      </dgm:prSet>
      <dgm:spPr/>
    </dgm:pt>
    <dgm:pt modelId="{B323C126-7252-440E-9522-C0571B6268F3}" type="pres">
      <dgm:prSet presAssocID="{45678C71-3D1A-48BC-AD73-1ADEB7132ED0}" presName="parSpace" presStyleCnt="0"/>
      <dgm:spPr/>
    </dgm:pt>
    <dgm:pt modelId="{8ABCD2AC-1155-4856-95B0-CF641EB23FDE}" type="pres">
      <dgm:prSet presAssocID="{3343B077-7519-4707-BD28-9FED6DBEB7F6}" presName="parTxOnly" presStyleLbl="node1" presStyleIdx="4" presStyleCnt="6">
        <dgm:presLayoutVars>
          <dgm:bulletEnabled val="1"/>
        </dgm:presLayoutVars>
      </dgm:prSet>
      <dgm:spPr/>
    </dgm:pt>
    <dgm:pt modelId="{63C9D51B-E4B6-4C18-A94B-0C3C6D8A30E3}" type="pres">
      <dgm:prSet presAssocID="{E567DC1F-55AB-4039-B21B-2648C259E916}" presName="parSpace" presStyleCnt="0"/>
      <dgm:spPr/>
    </dgm:pt>
    <dgm:pt modelId="{75CC07CA-ADFD-4188-800F-E0E46DC27D0B}" type="pres">
      <dgm:prSet presAssocID="{F2DFE4AB-F198-4BE7-9E95-7149171FE726}" presName="parTxOnly" presStyleLbl="node1" presStyleIdx="5" presStyleCnt="6">
        <dgm:presLayoutVars>
          <dgm:bulletEnabled val="1"/>
        </dgm:presLayoutVars>
      </dgm:prSet>
      <dgm:spPr/>
    </dgm:pt>
  </dgm:ptLst>
  <dgm:cxnLst>
    <dgm:cxn modelId="{60DAF504-CD4E-467E-935C-56A827B5701A}" srcId="{D55284EF-BC27-4DA5-9EDF-8AE4DDA7BC51}" destId="{71C14D5C-CD96-489B-ADDD-87A1DE0C1BAC}" srcOrd="3" destOrd="0" parTransId="{34A86944-71BB-4DDA-8E47-01BD0A07169A}" sibTransId="{45678C71-3D1A-48BC-AD73-1ADEB7132ED0}"/>
    <dgm:cxn modelId="{144F4931-A73D-4D7B-8133-0828AAACE357}" type="presOf" srcId="{D55284EF-BC27-4DA5-9EDF-8AE4DDA7BC51}" destId="{2BAD27FF-08E8-4497-884B-917B02BC9AF2}" srcOrd="0" destOrd="0" presId="urn:microsoft.com/office/officeart/2005/8/layout/hChevron3"/>
    <dgm:cxn modelId="{C28BF138-10CE-4AE2-9596-685DFA3537FD}" srcId="{D55284EF-BC27-4DA5-9EDF-8AE4DDA7BC51}" destId="{55BF9A51-9442-43BD-A7B1-C08A52DC14C0}" srcOrd="2" destOrd="0" parTransId="{35303BBC-8F7E-401F-BF22-4BC9073B9D54}" sibTransId="{8D7E3942-A186-4806-8E81-4ADA6E3C59D1}"/>
    <dgm:cxn modelId="{D6725870-1BAE-4893-AB5E-49D5D3431F7A}" type="presOf" srcId="{F7E3C992-C657-49E7-ACA5-E42336492979}" destId="{AA7F5C41-158D-4160-AA0E-A9E925436152}" srcOrd="0" destOrd="0" presId="urn:microsoft.com/office/officeart/2005/8/layout/hChevron3"/>
    <dgm:cxn modelId="{9FB8DE75-937C-46FA-9A06-2E96FF13AF02}" type="presOf" srcId="{71C14D5C-CD96-489B-ADDD-87A1DE0C1BAC}" destId="{FC39C9DF-4551-4D23-92BD-CAA8BC814F1D}" srcOrd="0" destOrd="0" presId="urn:microsoft.com/office/officeart/2005/8/layout/hChevron3"/>
    <dgm:cxn modelId="{4E86E676-75D2-4B33-921D-DBAD52BB0428}" srcId="{D55284EF-BC27-4DA5-9EDF-8AE4DDA7BC51}" destId="{F2DFE4AB-F198-4BE7-9E95-7149171FE726}" srcOrd="5" destOrd="0" parTransId="{33C54E50-A561-4388-A802-44486C05B301}" sibTransId="{CD996BCA-9739-49A7-BE4F-2023DB5DD4E7}"/>
    <dgm:cxn modelId="{6A80D28F-4911-4498-ACB1-0C193D905790}" srcId="{D55284EF-BC27-4DA5-9EDF-8AE4DDA7BC51}" destId="{ED79C73E-6D7D-4AF0-9E53-C6CD2332565F}" srcOrd="1" destOrd="0" parTransId="{5AB82E1E-7994-490D-AA44-70359502D7C4}" sibTransId="{0CDA27B2-F892-453F-82C8-8AFDD50A345D}"/>
    <dgm:cxn modelId="{38F58492-B3D6-4F45-AC34-178A3B69984B}" srcId="{D55284EF-BC27-4DA5-9EDF-8AE4DDA7BC51}" destId="{3343B077-7519-4707-BD28-9FED6DBEB7F6}" srcOrd="4" destOrd="0" parTransId="{B1EE7652-AF9F-44A2-BFCC-2B2926D54E21}" sibTransId="{E567DC1F-55AB-4039-B21B-2648C259E916}"/>
    <dgm:cxn modelId="{11A8F5A3-DB94-40E7-B444-A0F28AD52A5B}" type="presOf" srcId="{55BF9A51-9442-43BD-A7B1-C08A52DC14C0}" destId="{652A39D3-F429-44F0-B68F-2347DA867BC5}" srcOrd="0" destOrd="0" presId="urn:microsoft.com/office/officeart/2005/8/layout/hChevron3"/>
    <dgm:cxn modelId="{287F16AB-8D8B-45D7-A777-AC424CCAE87F}" type="presOf" srcId="{F2DFE4AB-F198-4BE7-9E95-7149171FE726}" destId="{75CC07CA-ADFD-4188-800F-E0E46DC27D0B}" srcOrd="0" destOrd="0" presId="urn:microsoft.com/office/officeart/2005/8/layout/hChevron3"/>
    <dgm:cxn modelId="{4DBFDAE2-7757-4BB8-86B7-2F777E01497A}" type="presOf" srcId="{ED79C73E-6D7D-4AF0-9E53-C6CD2332565F}" destId="{47E5C38D-7DBB-4591-AF37-3E0560EA7B5D}" srcOrd="0" destOrd="0" presId="urn:microsoft.com/office/officeart/2005/8/layout/hChevron3"/>
    <dgm:cxn modelId="{B1FF62FC-500F-4616-B74E-9EF829F9ED89}" srcId="{D55284EF-BC27-4DA5-9EDF-8AE4DDA7BC51}" destId="{F7E3C992-C657-49E7-ACA5-E42336492979}" srcOrd="0" destOrd="0" parTransId="{6DCFBE8B-F45F-409D-98FF-6AF3399A8835}" sibTransId="{FFFC7363-591D-4181-94FA-06D98E216F60}"/>
    <dgm:cxn modelId="{7E596AFD-CD2C-4A67-AF26-1FED23BD0D0E}" type="presOf" srcId="{3343B077-7519-4707-BD28-9FED6DBEB7F6}" destId="{8ABCD2AC-1155-4856-95B0-CF641EB23FDE}" srcOrd="0" destOrd="0" presId="urn:microsoft.com/office/officeart/2005/8/layout/hChevron3"/>
    <dgm:cxn modelId="{B62AB937-B420-4240-BB4B-33C34ADC07E6}" type="presParOf" srcId="{2BAD27FF-08E8-4497-884B-917B02BC9AF2}" destId="{AA7F5C41-158D-4160-AA0E-A9E925436152}" srcOrd="0" destOrd="0" presId="urn:microsoft.com/office/officeart/2005/8/layout/hChevron3"/>
    <dgm:cxn modelId="{D28CA0A0-98EA-43C3-B18C-7267D04634BE}" type="presParOf" srcId="{2BAD27FF-08E8-4497-884B-917B02BC9AF2}" destId="{A2B8D1D5-A327-4594-8646-B6998CA32020}" srcOrd="1" destOrd="0" presId="urn:microsoft.com/office/officeart/2005/8/layout/hChevron3"/>
    <dgm:cxn modelId="{7F1169A3-36B2-4C7B-B1B8-4B7C5581E3CC}" type="presParOf" srcId="{2BAD27FF-08E8-4497-884B-917B02BC9AF2}" destId="{47E5C38D-7DBB-4591-AF37-3E0560EA7B5D}" srcOrd="2" destOrd="0" presId="urn:microsoft.com/office/officeart/2005/8/layout/hChevron3"/>
    <dgm:cxn modelId="{503ED590-C15C-49E3-930B-B96DE9338730}" type="presParOf" srcId="{2BAD27FF-08E8-4497-884B-917B02BC9AF2}" destId="{4317E639-6256-41AF-870C-B3C8032423C3}" srcOrd="3" destOrd="0" presId="urn:microsoft.com/office/officeart/2005/8/layout/hChevron3"/>
    <dgm:cxn modelId="{7F3A4DA1-7F0E-4B49-B10E-D4E502B8B430}" type="presParOf" srcId="{2BAD27FF-08E8-4497-884B-917B02BC9AF2}" destId="{652A39D3-F429-44F0-B68F-2347DA867BC5}" srcOrd="4" destOrd="0" presId="urn:microsoft.com/office/officeart/2005/8/layout/hChevron3"/>
    <dgm:cxn modelId="{B388A2BF-E91A-4947-B7B9-FC2DF2689F0B}" type="presParOf" srcId="{2BAD27FF-08E8-4497-884B-917B02BC9AF2}" destId="{EFBEC68C-933F-471C-BC32-536F9D7E6863}" srcOrd="5" destOrd="0" presId="urn:microsoft.com/office/officeart/2005/8/layout/hChevron3"/>
    <dgm:cxn modelId="{B5527E37-DB2E-48D8-A2A8-42E13E30630F}" type="presParOf" srcId="{2BAD27FF-08E8-4497-884B-917B02BC9AF2}" destId="{FC39C9DF-4551-4D23-92BD-CAA8BC814F1D}" srcOrd="6" destOrd="0" presId="urn:microsoft.com/office/officeart/2005/8/layout/hChevron3"/>
    <dgm:cxn modelId="{B50518CE-19BE-43C8-AA0E-8FC5B267D8A8}" type="presParOf" srcId="{2BAD27FF-08E8-4497-884B-917B02BC9AF2}" destId="{B323C126-7252-440E-9522-C0571B6268F3}" srcOrd="7" destOrd="0" presId="urn:microsoft.com/office/officeart/2005/8/layout/hChevron3"/>
    <dgm:cxn modelId="{F16FB9D1-21FF-4A81-A043-691D83C45CD6}" type="presParOf" srcId="{2BAD27FF-08E8-4497-884B-917B02BC9AF2}" destId="{8ABCD2AC-1155-4856-95B0-CF641EB23FDE}" srcOrd="8" destOrd="0" presId="urn:microsoft.com/office/officeart/2005/8/layout/hChevron3"/>
    <dgm:cxn modelId="{98E80C7B-D08D-4D50-B885-211CC8F6F8B2}" type="presParOf" srcId="{2BAD27FF-08E8-4497-884B-917B02BC9AF2}" destId="{63C9D51B-E4B6-4C18-A94B-0C3C6D8A30E3}" srcOrd="9" destOrd="0" presId="urn:microsoft.com/office/officeart/2005/8/layout/hChevron3"/>
    <dgm:cxn modelId="{F223E155-FB5A-49DD-90F2-04893646DA89}" type="presParOf" srcId="{2BAD27FF-08E8-4497-884B-917B02BC9AF2}" destId="{75CC07CA-ADFD-4188-800F-E0E46DC27D0B}" srcOrd="10" destOrd="0" presId="urn:microsoft.com/office/officeart/2005/8/layout/hChevron3"/>
  </dgm:cxnLst>
  <dgm:bg/>
  <dgm:whole/>
  <dgm:extLst>
    <a:ext uri="http://schemas.microsoft.com/office/drawing/2008/diagram">
      <dsp:dataModelExt xmlns:dsp="http://schemas.microsoft.com/office/drawing/2008/diagram" relId="rId18"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D55284EF-BC27-4DA5-9EDF-8AE4DDA7BC51}" type="doc">
      <dgm:prSet loTypeId="urn:microsoft.com/office/officeart/2005/8/layout/hChevron3" loCatId="process" qsTypeId="urn:microsoft.com/office/officeart/2005/8/quickstyle/simple1" qsCatId="simple" csTypeId="urn:microsoft.com/office/officeart/2005/8/colors/accent3_2" csCatId="accent3" phldr="1"/>
      <dgm:spPr/>
    </dgm:pt>
    <dgm:pt modelId="{F7E3C992-C657-49E7-ACA5-E42336492979}">
      <dgm:prSet phldrT="[Text]"/>
      <dgm:spPr>
        <a:solidFill>
          <a:schemeClr val="accent3">
            <a:lumMod val="60000"/>
            <a:lumOff val="40000"/>
          </a:schemeClr>
        </a:solidFill>
      </dgm:spPr>
      <dgm:t>
        <a:bodyPr/>
        <a:lstStyle/>
        <a:p>
          <a:r>
            <a:rPr lang="de-DE" dirty="0" err="1"/>
            <a:t>Rectified</a:t>
          </a:r>
          <a:r>
            <a:rPr lang="de-DE" dirty="0"/>
            <a:t>_</a:t>
          </a:r>
          <a:br>
            <a:rPr lang="de-DE" dirty="0"/>
          </a:br>
          <a:r>
            <a:rPr lang="de-DE" dirty="0" err="1"/>
            <a:t>Image_Node</a:t>
          </a:r>
          <a:endParaRPr lang="de-DE" dirty="0"/>
        </a:p>
      </dgm:t>
    </dgm:pt>
    <dgm:pt modelId="{6DCFBE8B-F45F-409D-98FF-6AF3399A8835}" type="parTrans" cxnId="{B1FF62FC-500F-4616-B74E-9EF829F9ED89}">
      <dgm:prSet/>
      <dgm:spPr/>
      <dgm:t>
        <a:bodyPr/>
        <a:lstStyle/>
        <a:p>
          <a:endParaRPr lang="de-DE"/>
        </a:p>
      </dgm:t>
    </dgm:pt>
    <dgm:pt modelId="{FFFC7363-591D-4181-94FA-06D98E216F60}" type="sibTrans" cxnId="{B1FF62FC-500F-4616-B74E-9EF829F9ED89}">
      <dgm:prSet/>
      <dgm:spPr/>
      <dgm:t>
        <a:bodyPr/>
        <a:lstStyle/>
        <a:p>
          <a:endParaRPr lang="de-DE"/>
        </a:p>
      </dgm:t>
    </dgm:pt>
    <dgm:pt modelId="{F2DFE4AB-F198-4BE7-9E95-7149171FE726}">
      <dgm:prSet phldrT="[Text]"/>
      <dgm:spPr>
        <a:solidFill>
          <a:schemeClr val="accent3">
            <a:lumMod val="60000"/>
            <a:lumOff val="40000"/>
          </a:schemeClr>
        </a:solidFill>
      </dgm:spPr>
      <dgm:t>
        <a:bodyPr/>
        <a:lstStyle/>
        <a:p>
          <a:r>
            <a:rPr lang="de-DE" dirty="0"/>
            <a:t>Fahren …</a:t>
          </a:r>
        </a:p>
      </dgm:t>
    </dgm:pt>
    <dgm:pt modelId="{33C54E50-A561-4388-A802-44486C05B301}" type="parTrans" cxnId="{4E86E676-75D2-4B33-921D-DBAD52BB0428}">
      <dgm:prSet/>
      <dgm:spPr/>
      <dgm:t>
        <a:bodyPr/>
        <a:lstStyle/>
        <a:p>
          <a:endParaRPr lang="de-DE"/>
        </a:p>
      </dgm:t>
    </dgm:pt>
    <dgm:pt modelId="{CD996BCA-9739-49A7-BE4F-2023DB5DD4E7}" type="sibTrans" cxnId="{4E86E676-75D2-4B33-921D-DBAD52BB0428}">
      <dgm:prSet/>
      <dgm:spPr/>
      <dgm:t>
        <a:bodyPr/>
        <a:lstStyle/>
        <a:p>
          <a:endParaRPr lang="de-DE"/>
        </a:p>
      </dgm:t>
    </dgm:pt>
    <dgm:pt modelId="{71C14D5C-CD96-489B-ADDD-87A1DE0C1BAC}">
      <dgm:prSet phldrT="[Text]"/>
      <dgm:spPr>
        <a:solidFill>
          <a:srgbClr val="AF708B"/>
        </a:solidFill>
      </dgm:spPr>
      <dgm:t>
        <a:bodyPr/>
        <a:lstStyle/>
        <a:p>
          <a:r>
            <a:rPr lang="de-DE" dirty="0" err="1"/>
            <a:t>Follow_Line</a:t>
          </a:r>
          <a:r>
            <a:rPr lang="de-DE" dirty="0"/>
            <a:t>_</a:t>
          </a:r>
          <a:br>
            <a:rPr lang="de-DE" dirty="0"/>
          </a:br>
          <a:r>
            <a:rPr lang="de-DE" dirty="0"/>
            <a:t>Node</a:t>
          </a:r>
        </a:p>
      </dgm:t>
    </dgm:pt>
    <dgm:pt modelId="{34A86944-71BB-4DDA-8E47-01BD0A07169A}" type="parTrans" cxnId="{60DAF504-CD4E-467E-935C-56A827B5701A}">
      <dgm:prSet/>
      <dgm:spPr/>
      <dgm:t>
        <a:bodyPr/>
        <a:lstStyle/>
        <a:p>
          <a:endParaRPr lang="de-DE"/>
        </a:p>
      </dgm:t>
    </dgm:pt>
    <dgm:pt modelId="{45678C71-3D1A-48BC-AD73-1ADEB7132ED0}" type="sibTrans" cxnId="{60DAF504-CD4E-467E-935C-56A827B5701A}">
      <dgm:prSet/>
      <dgm:spPr/>
      <dgm:t>
        <a:bodyPr/>
        <a:lstStyle/>
        <a:p>
          <a:endParaRPr lang="de-DE"/>
        </a:p>
      </dgm:t>
    </dgm:pt>
    <dgm:pt modelId="{3343B077-7519-4707-BD28-9FED6DBEB7F6}">
      <dgm:prSet phldrT="[Text]"/>
      <dgm:spPr>
        <a:solidFill>
          <a:schemeClr val="accent3">
            <a:lumMod val="60000"/>
            <a:lumOff val="40000"/>
          </a:schemeClr>
        </a:solidFill>
      </dgm:spPr>
      <dgm:t>
        <a:bodyPr/>
        <a:lstStyle/>
        <a:p>
          <a:r>
            <a:rPr lang="de-DE" dirty="0"/>
            <a:t>Zusammenspiel der Nodes</a:t>
          </a:r>
        </a:p>
      </dgm:t>
    </dgm:pt>
    <dgm:pt modelId="{B1EE7652-AF9F-44A2-BFCC-2B2926D54E21}" type="parTrans" cxnId="{38F58492-B3D6-4F45-AC34-178A3B69984B}">
      <dgm:prSet/>
      <dgm:spPr/>
      <dgm:t>
        <a:bodyPr/>
        <a:lstStyle/>
        <a:p>
          <a:endParaRPr lang="de-DE"/>
        </a:p>
      </dgm:t>
    </dgm:pt>
    <dgm:pt modelId="{E567DC1F-55AB-4039-B21B-2648C259E916}" type="sibTrans" cxnId="{38F58492-B3D6-4F45-AC34-178A3B69984B}">
      <dgm:prSet/>
      <dgm:spPr/>
      <dgm:t>
        <a:bodyPr/>
        <a:lstStyle/>
        <a:p>
          <a:endParaRPr lang="de-DE"/>
        </a:p>
      </dgm:t>
    </dgm:pt>
    <dgm:pt modelId="{ED79C73E-6D7D-4AF0-9E53-C6CD2332565F}">
      <dgm:prSet phldrT="[Text]"/>
      <dgm:spPr>
        <a:solidFill>
          <a:schemeClr val="accent3">
            <a:lumMod val="60000"/>
            <a:lumOff val="40000"/>
          </a:schemeClr>
        </a:solidFill>
      </dgm:spPr>
      <dgm:t>
        <a:bodyPr/>
        <a:lstStyle/>
        <a:p>
          <a:r>
            <a:rPr lang="de-DE" dirty="0"/>
            <a:t>Birdseye_</a:t>
          </a:r>
          <a:br>
            <a:rPr lang="de-DE" dirty="0"/>
          </a:br>
          <a:r>
            <a:rPr lang="de-DE" dirty="0"/>
            <a:t>Node</a:t>
          </a:r>
        </a:p>
      </dgm:t>
    </dgm:pt>
    <dgm:pt modelId="{5AB82E1E-7994-490D-AA44-70359502D7C4}" type="parTrans" cxnId="{6A80D28F-4911-4498-ACB1-0C193D905790}">
      <dgm:prSet/>
      <dgm:spPr/>
      <dgm:t>
        <a:bodyPr/>
        <a:lstStyle/>
        <a:p>
          <a:endParaRPr lang="de-DE"/>
        </a:p>
      </dgm:t>
    </dgm:pt>
    <dgm:pt modelId="{0CDA27B2-F892-453F-82C8-8AFDD50A345D}" type="sibTrans" cxnId="{6A80D28F-4911-4498-ACB1-0C193D905790}">
      <dgm:prSet/>
      <dgm:spPr/>
      <dgm:t>
        <a:bodyPr/>
        <a:lstStyle/>
        <a:p>
          <a:endParaRPr lang="de-DE"/>
        </a:p>
      </dgm:t>
    </dgm:pt>
    <dgm:pt modelId="{55BF9A51-9442-43BD-A7B1-C08A52DC14C0}">
      <dgm:prSet phldrT="[Text]"/>
      <dgm:spPr>
        <a:solidFill>
          <a:schemeClr val="accent3">
            <a:lumMod val="60000"/>
            <a:lumOff val="40000"/>
          </a:schemeClr>
        </a:solidFill>
      </dgm:spPr>
      <dgm:t>
        <a:bodyPr/>
        <a:lstStyle/>
        <a:p>
          <a:r>
            <a:rPr lang="de-DE" dirty="0" err="1"/>
            <a:t>Birdseye_With</a:t>
          </a:r>
          <a:r>
            <a:rPr lang="de-DE" dirty="0"/>
            <a:t>_</a:t>
          </a:r>
          <a:br>
            <a:rPr lang="de-DE" dirty="0"/>
          </a:br>
          <a:r>
            <a:rPr lang="de-DE" dirty="0" err="1"/>
            <a:t>LiDAR_Node</a:t>
          </a:r>
          <a:endParaRPr lang="de-DE" dirty="0"/>
        </a:p>
      </dgm:t>
    </dgm:pt>
    <dgm:pt modelId="{35303BBC-8F7E-401F-BF22-4BC9073B9D54}" type="parTrans" cxnId="{C28BF138-10CE-4AE2-9596-685DFA3537FD}">
      <dgm:prSet/>
      <dgm:spPr/>
      <dgm:t>
        <a:bodyPr/>
        <a:lstStyle/>
        <a:p>
          <a:endParaRPr lang="de-DE"/>
        </a:p>
      </dgm:t>
    </dgm:pt>
    <dgm:pt modelId="{8D7E3942-A186-4806-8E81-4ADA6E3C59D1}" type="sibTrans" cxnId="{C28BF138-10CE-4AE2-9596-685DFA3537FD}">
      <dgm:prSet/>
      <dgm:spPr/>
      <dgm:t>
        <a:bodyPr/>
        <a:lstStyle/>
        <a:p>
          <a:endParaRPr lang="de-DE"/>
        </a:p>
      </dgm:t>
    </dgm:pt>
    <dgm:pt modelId="{2BAD27FF-08E8-4497-884B-917B02BC9AF2}" type="pres">
      <dgm:prSet presAssocID="{D55284EF-BC27-4DA5-9EDF-8AE4DDA7BC51}" presName="Name0" presStyleCnt="0">
        <dgm:presLayoutVars>
          <dgm:dir/>
          <dgm:resizeHandles val="exact"/>
        </dgm:presLayoutVars>
      </dgm:prSet>
      <dgm:spPr/>
    </dgm:pt>
    <dgm:pt modelId="{AA7F5C41-158D-4160-AA0E-A9E925436152}" type="pres">
      <dgm:prSet presAssocID="{F7E3C992-C657-49E7-ACA5-E42336492979}" presName="parTxOnly" presStyleLbl="node1" presStyleIdx="0" presStyleCnt="6">
        <dgm:presLayoutVars>
          <dgm:bulletEnabled val="1"/>
        </dgm:presLayoutVars>
      </dgm:prSet>
      <dgm:spPr/>
    </dgm:pt>
    <dgm:pt modelId="{A2B8D1D5-A327-4594-8646-B6998CA32020}" type="pres">
      <dgm:prSet presAssocID="{FFFC7363-591D-4181-94FA-06D98E216F60}" presName="parSpace" presStyleCnt="0"/>
      <dgm:spPr/>
    </dgm:pt>
    <dgm:pt modelId="{47E5C38D-7DBB-4591-AF37-3E0560EA7B5D}" type="pres">
      <dgm:prSet presAssocID="{ED79C73E-6D7D-4AF0-9E53-C6CD2332565F}" presName="parTxOnly" presStyleLbl="node1" presStyleIdx="1" presStyleCnt="6">
        <dgm:presLayoutVars>
          <dgm:bulletEnabled val="1"/>
        </dgm:presLayoutVars>
      </dgm:prSet>
      <dgm:spPr/>
    </dgm:pt>
    <dgm:pt modelId="{4317E639-6256-41AF-870C-B3C8032423C3}" type="pres">
      <dgm:prSet presAssocID="{0CDA27B2-F892-453F-82C8-8AFDD50A345D}" presName="parSpace" presStyleCnt="0"/>
      <dgm:spPr/>
    </dgm:pt>
    <dgm:pt modelId="{652A39D3-F429-44F0-B68F-2347DA867BC5}" type="pres">
      <dgm:prSet presAssocID="{55BF9A51-9442-43BD-A7B1-C08A52DC14C0}" presName="parTxOnly" presStyleLbl="node1" presStyleIdx="2" presStyleCnt="6">
        <dgm:presLayoutVars>
          <dgm:bulletEnabled val="1"/>
        </dgm:presLayoutVars>
      </dgm:prSet>
      <dgm:spPr/>
    </dgm:pt>
    <dgm:pt modelId="{EFBEC68C-933F-471C-BC32-536F9D7E6863}" type="pres">
      <dgm:prSet presAssocID="{8D7E3942-A186-4806-8E81-4ADA6E3C59D1}" presName="parSpace" presStyleCnt="0"/>
      <dgm:spPr/>
    </dgm:pt>
    <dgm:pt modelId="{FC39C9DF-4551-4D23-92BD-CAA8BC814F1D}" type="pres">
      <dgm:prSet presAssocID="{71C14D5C-CD96-489B-ADDD-87A1DE0C1BAC}" presName="parTxOnly" presStyleLbl="node1" presStyleIdx="3" presStyleCnt="6">
        <dgm:presLayoutVars>
          <dgm:bulletEnabled val="1"/>
        </dgm:presLayoutVars>
      </dgm:prSet>
      <dgm:spPr/>
    </dgm:pt>
    <dgm:pt modelId="{B323C126-7252-440E-9522-C0571B6268F3}" type="pres">
      <dgm:prSet presAssocID="{45678C71-3D1A-48BC-AD73-1ADEB7132ED0}" presName="parSpace" presStyleCnt="0"/>
      <dgm:spPr/>
    </dgm:pt>
    <dgm:pt modelId="{8ABCD2AC-1155-4856-95B0-CF641EB23FDE}" type="pres">
      <dgm:prSet presAssocID="{3343B077-7519-4707-BD28-9FED6DBEB7F6}" presName="parTxOnly" presStyleLbl="node1" presStyleIdx="4" presStyleCnt="6">
        <dgm:presLayoutVars>
          <dgm:bulletEnabled val="1"/>
        </dgm:presLayoutVars>
      </dgm:prSet>
      <dgm:spPr/>
    </dgm:pt>
    <dgm:pt modelId="{63C9D51B-E4B6-4C18-A94B-0C3C6D8A30E3}" type="pres">
      <dgm:prSet presAssocID="{E567DC1F-55AB-4039-B21B-2648C259E916}" presName="parSpace" presStyleCnt="0"/>
      <dgm:spPr/>
    </dgm:pt>
    <dgm:pt modelId="{75CC07CA-ADFD-4188-800F-E0E46DC27D0B}" type="pres">
      <dgm:prSet presAssocID="{F2DFE4AB-F198-4BE7-9E95-7149171FE726}" presName="parTxOnly" presStyleLbl="node1" presStyleIdx="5" presStyleCnt="6">
        <dgm:presLayoutVars>
          <dgm:bulletEnabled val="1"/>
        </dgm:presLayoutVars>
      </dgm:prSet>
      <dgm:spPr/>
    </dgm:pt>
  </dgm:ptLst>
  <dgm:cxnLst>
    <dgm:cxn modelId="{60DAF504-CD4E-467E-935C-56A827B5701A}" srcId="{D55284EF-BC27-4DA5-9EDF-8AE4DDA7BC51}" destId="{71C14D5C-CD96-489B-ADDD-87A1DE0C1BAC}" srcOrd="3" destOrd="0" parTransId="{34A86944-71BB-4DDA-8E47-01BD0A07169A}" sibTransId="{45678C71-3D1A-48BC-AD73-1ADEB7132ED0}"/>
    <dgm:cxn modelId="{144F4931-A73D-4D7B-8133-0828AAACE357}" type="presOf" srcId="{D55284EF-BC27-4DA5-9EDF-8AE4DDA7BC51}" destId="{2BAD27FF-08E8-4497-884B-917B02BC9AF2}" srcOrd="0" destOrd="0" presId="urn:microsoft.com/office/officeart/2005/8/layout/hChevron3"/>
    <dgm:cxn modelId="{C28BF138-10CE-4AE2-9596-685DFA3537FD}" srcId="{D55284EF-BC27-4DA5-9EDF-8AE4DDA7BC51}" destId="{55BF9A51-9442-43BD-A7B1-C08A52DC14C0}" srcOrd="2" destOrd="0" parTransId="{35303BBC-8F7E-401F-BF22-4BC9073B9D54}" sibTransId="{8D7E3942-A186-4806-8E81-4ADA6E3C59D1}"/>
    <dgm:cxn modelId="{D6725870-1BAE-4893-AB5E-49D5D3431F7A}" type="presOf" srcId="{F7E3C992-C657-49E7-ACA5-E42336492979}" destId="{AA7F5C41-158D-4160-AA0E-A9E925436152}" srcOrd="0" destOrd="0" presId="urn:microsoft.com/office/officeart/2005/8/layout/hChevron3"/>
    <dgm:cxn modelId="{9FB8DE75-937C-46FA-9A06-2E96FF13AF02}" type="presOf" srcId="{71C14D5C-CD96-489B-ADDD-87A1DE0C1BAC}" destId="{FC39C9DF-4551-4D23-92BD-CAA8BC814F1D}" srcOrd="0" destOrd="0" presId="urn:microsoft.com/office/officeart/2005/8/layout/hChevron3"/>
    <dgm:cxn modelId="{4E86E676-75D2-4B33-921D-DBAD52BB0428}" srcId="{D55284EF-BC27-4DA5-9EDF-8AE4DDA7BC51}" destId="{F2DFE4AB-F198-4BE7-9E95-7149171FE726}" srcOrd="5" destOrd="0" parTransId="{33C54E50-A561-4388-A802-44486C05B301}" sibTransId="{CD996BCA-9739-49A7-BE4F-2023DB5DD4E7}"/>
    <dgm:cxn modelId="{6A80D28F-4911-4498-ACB1-0C193D905790}" srcId="{D55284EF-BC27-4DA5-9EDF-8AE4DDA7BC51}" destId="{ED79C73E-6D7D-4AF0-9E53-C6CD2332565F}" srcOrd="1" destOrd="0" parTransId="{5AB82E1E-7994-490D-AA44-70359502D7C4}" sibTransId="{0CDA27B2-F892-453F-82C8-8AFDD50A345D}"/>
    <dgm:cxn modelId="{38F58492-B3D6-4F45-AC34-178A3B69984B}" srcId="{D55284EF-BC27-4DA5-9EDF-8AE4DDA7BC51}" destId="{3343B077-7519-4707-BD28-9FED6DBEB7F6}" srcOrd="4" destOrd="0" parTransId="{B1EE7652-AF9F-44A2-BFCC-2B2926D54E21}" sibTransId="{E567DC1F-55AB-4039-B21B-2648C259E916}"/>
    <dgm:cxn modelId="{11A8F5A3-DB94-40E7-B444-A0F28AD52A5B}" type="presOf" srcId="{55BF9A51-9442-43BD-A7B1-C08A52DC14C0}" destId="{652A39D3-F429-44F0-B68F-2347DA867BC5}" srcOrd="0" destOrd="0" presId="urn:microsoft.com/office/officeart/2005/8/layout/hChevron3"/>
    <dgm:cxn modelId="{287F16AB-8D8B-45D7-A777-AC424CCAE87F}" type="presOf" srcId="{F2DFE4AB-F198-4BE7-9E95-7149171FE726}" destId="{75CC07CA-ADFD-4188-800F-E0E46DC27D0B}" srcOrd="0" destOrd="0" presId="urn:microsoft.com/office/officeart/2005/8/layout/hChevron3"/>
    <dgm:cxn modelId="{4DBFDAE2-7757-4BB8-86B7-2F777E01497A}" type="presOf" srcId="{ED79C73E-6D7D-4AF0-9E53-C6CD2332565F}" destId="{47E5C38D-7DBB-4591-AF37-3E0560EA7B5D}" srcOrd="0" destOrd="0" presId="urn:microsoft.com/office/officeart/2005/8/layout/hChevron3"/>
    <dgm:cxn modelId="{B1FF62FC-500F-4616-B74E-9EF829F9ED89}" srcId="{D55284EF-BC27-4DA5-9EDF-8AE4DDA7BC51}" destId="{F7E3C992-C657-49E7-ACA5-E42336492979}" srcOrd="0" destOrd="0" parTransId="{6DCFBE8B-F45F-409D-98FF-6AF3399A8835}" sibTransId="{FFFC7363-591D-4181-94FA-06D98E216F60}"/>
    <dgm:cxn modelId="{7E596AFD-CD2C-4A67-AF26-1FED23BD0D0E}" type="presOf" srcId="{3343B077-7519-4707-BD28-9FED6DBEB7F6}" destId="{8ABCD2AC-1155-4856-95B0-CF641EB23FDE}" srcOrd="0" destOrd="0" presId="urn:microsoft.com/office/officeart/2005/8/layout/hChevron3"/>
    <dgm:cxn modelId="{B62AB937-B420-4240-BB4B-33C34ADC07E6}" type="presParOf" srcId="{2BAD27FF-08E8-4497-884B-917B02BC9AF2}" destId="{AA7F5C41-158D-4160-AA0E-A9E925436152}" srcOrd="0" destOrd="0" presId="urn:microsoft.com/office/officeart/2005/8/layout/hChevron3"/>
    <dgm:cxn modelId="{D28CA0A0-98EA-43C3-B18C-7267D04634BE}" type="presParOf" srcId="{2BAD27FF-08E8-4497-884B-917B02BC9AF2}" destId="{A2B8D1D5-A327-4594-8646-B6998CA32020}" srcOrd="1" destOrd="0" presId="urn:microsoft.com/office/officeart/2005/8/layout/hChevron3"/>
    <dgm:cxn modelId="{7F1169A3-36B2-4C7B-B1B8-4B7C5581E3CC}" type="presParOf" srcId="{2BAD27FF-08E8-4497-884B-917B02BC9AF2}" destId="{47E5C38D-7DBB-4591-AF37-3E0560EA7B5D}" srcOrd="2" destOrd="0" presId="urn:microsoft.com/office/officeart/2005/8/layout/hChevron3"/>
    <dgm:cxn modelId="{503ED590-C15C-49E3-930B-B96DE9338730}" type="presParOf" srcId="{2BAD27FF-08E8-4497-884B-917B02BC9AF2}" destId="{4317E639-6256-41AF-870C-B3C8032423C3}" srcOrd="3" destOrd="0" presId="urn:microsoft.com/office/officeart/2005/8/layout/hChevron3"/>
    <dgm:cxn modelId="{7F3A4DA1-7F0E-4B49-B10E-D4E502B8B430}" type="presParOf" srcId="{2BAD27FF-08E8-4497-884B-917B02BC9AF2}" destId="{652A39D3-F429-44F0-B68F-2347DA867BC5}" srcOrd="4" destOrd="0" presId="urn:microsoft.com/office/officeart/2005/8/layout/hChevron3"/>
    <dgm:cxn modelId="{B388A2BF-E91A-4947-B7B9-FC2DF2689F0B}" type="presParOf" srcId="{2BAD27FF-08E8-4497-884B-917B02BC9AF2}" destId="{EFBEC68C-933F-471C-BC32-536F9D7E6863}" srcOrd="5" destOrd="0" presId="urn:microsoft.com/office/officeart/2005/8/layout/hChevron3"/>
    <dgm:cxn modelId="{B5527E37-DB2E-48D8-A2A8-42E13E30630F}" type="presParOf" srcId="{2BAD27FF-08E8-4497-884B-917B02BC9AF2}" destId="{FC39C9DF-4551-4D23-92BD-CAA8BC814F1D}" srcOrd="6" destOrd="0" presId="urn:microsoft.com/office/officeart/2005/8/layout/hChevron3"/>
    <dgm:cxn modelId="{B50518CE-19BE-43C8-AA0E-8FC5B267D8A8}" type="presParOf" srcId="{2BAD27FF-08E8-4497-884B-917B02BC9AF2}" destId="{B323C126-7252-440E-9522-C0571B6268F3}" srcOrd="7" destOrd="0" presId="urn:microsoft.com/office/officeart/2005/8/layout/hChevron3"/>
    <dgm:cxn modelId="{F16FB9D1-21FF-4A81-A043-691D83C45CD6}" type="presParOf" srcId="{2BAD27FF-08E8-4497-884B-917B02BC9AF2}" destId="{8ABCD2AC-1155-4856-95B0-CF641EB23FDE}" srcOrd="8" destOrd="0" presId="urn:microsoft.com/office/officeart/2005/8/layout/hChevron3"/>
    <dgm:cxn modelId="{98E80C7B-D08D-4D50-B885-211CC8F6F8B2}" type="presParOf" srcId="{2BAD27FF-08E8-4497-884B-917B02BC9AF2}" destId="{63C9D51B-E4B6-4C18-A94B-0C3C6D8A30E3}" srcOrd="9" destOrd="0" presId="urn:microsoft.com/office/officeart/2005/8/layout/hChevron3"/>
    <dgm:cxn modelId="{F223E155-FB5A-49DD-90F2-04893646DA89}" type="presParOf" srcId="{2BAD27FF-08E8-4497-884B-917B02BC9AF2}" destId="{75CC07CA-ADFD-4188-800F-E0E46DC27D0B}" srcOrd="10" destOrd="0" presId="urn:microsoft.com/office/officeart/2005/8/layout/hChevron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D55284EF-BC27-4DA5-9EDF-8AE4DDA7BC51}" type="doc">
      <dgm:prSet loTypeId="urn:microsoft.com/office/officeart/2005/8/layout/hChevron3" loCatId="process" qsTypeId="urn:microsoft.com/office/officeart/2005/8/quickstyle/simple1" qsCatId="simple" csTypeId="urn:microsoft.com/office/officeart/2005/8/colors/accent3_2" csCatId="accent3" phldr="1"/>
      <dgm:spPr/>
    </dgm:pt>
    <dgm:pt modelId="{F7E3C992-C657-49E7-ACA5-E42336492979}">
      <dgm:prSet phldrT="[Text]"/>
      <dgm:spPr>
        <a:solidFill>
          <a:schemeClr val="accent3">
            <a:lumMod val="60000"/>
            <a:lumOff val="40000"/>
          </a:schemeClr>
        </a:solidFill>
      </dgm:spPr>
      <dgm:t>
        <a:bodyPr/>
        <a:lstStyle/>
        <a:p>
          <a:r>
            <a:rPr lang="de-DE" dirty="0" err="1"/>
            <a:t>Rectified</a:t>
          </a:r>
          <a:r>
            <a:rPr lang="de-DE" dirty="0"/>
            <a:t>_</a:t>
          </a:r>
          <a:br>
            <a:rPr lang="de-DE" dirty="0"/>
          </a:br>
          <a:r>
            <a:rPr lang="de-DE" dirty="0" err="1"/>
            <a:t>Image_Node</a:t>
          </a:r>
          <a:endParaRPr lang="de-DE" dirty="0"/>
        </a:p>
      </dgm:t>
    </dgm:pt>
    <dgm:pt modelId="{6DCFBE8B-F45F-409D-98FF-6AF3399A8835}" type="parTrans" cxnId="{B1FF62FC-500F-4616-B74E-9EF829F9ED89}">
      <dgm:prSet/>
      <dgm:spPr/>
      <dgm:t>
        <a:bodyPr/>
        <a:lstStyle/>
        <a:p>
          <a:endParaRPr lang="de-DE"/>
        </a:p>
      </dgm:t>
    </dgm:pt>
    <dgm:pt modelId="{FFFC7363-591D-4181-94FA-06D98E216F60}" type="sibTrans" cxnId="{B1FF62FC-500F-4616-B74E-9EF829F9ED89}">
      <dgm:prSet/>
      <dgm:spPr/>
      <dgm:t>
        <a:bodyPr/>
        <a:lstStyle/>
        <a:p>
          <a:endParaRPr lang="de-DE"/>
        </a:p>
      </dgm:t>
    </dgm:pt>
    <dgm:pt modelId="{F2DFE4AB-F198-4BE7-9E95-7149171FE726}">
      <dgm:prSet phldrT="[Text]"/>
      <dgm:spPr>
        <a:solidFill>
          <a:schemeClr val="accent3">
            <a:lumMod val="60000"/>
            <a:lumOff val="40000"/>
          </a:schemeClr>
        </a:solidFill>
      </dgm:spPr>
      <dgm:t>
        <a:bodyPr/>
        <a:lstStyle/>
        <a:p>
          <a:r>
            <a:rPr lang="de-DE" dirty="0"/>
            <a:t>Fahren …</a:t>
          </a:r>
        </a:p>
      </dgm:t>
    </dgm:pt>
    <dgm:pt modelId="{33C54E50-A561-4388-A802-44486C05B301}" type="parTrans" cxnId="{4E86E676-75D2-4B33-921D-DBAD52BB0428}">
      <dgm:prSet/>
      <dgm:spPr/>
      <dgm:t>
        <a:bodyPr/>
        <a:lstStyle/>
        <a:p>
          <a:endParaRPr lang="de-DE"/>
        </a:p>
      </dgm:t>
    </dgm:pt>
    <dgm:pt modelId="{CD996BCA-9739-49A7-BE4F-2023DB5DD4E7}" type="sibTrans" cxnId="{4E86E676-75D2-4B33-921D-DBAD52BB0428}">
      <dgm:prSet/>
      <dgm:spPr/>
      <dgm:t>
        <a:bodyPr/>
        <a:lstStyle/>
        <a:p>
          <a:endParaRPr lang="de-DE"/>
        </a:p>
      </dgm:t>
    </dgm:pt>
    <dgm:pt modelId="{71C14D5C-CD96-489B-ADDD-87A1DE0C1BAC}">
      <dgm:prSet phldrT="[Text]"/>
      <dgm:spPr>
        <a:solidFill>
          <a:srgbClr val="AF708B"/>
        </a:solidFill>
      </dgm:spPr>
      <dgm:t>
        <a:bodyPr/>
        <a:lstStyle/>
        <a:p>
          <a:r>
            <a:rPr lang="de-DE" dirty="0" err="1"/>
            <a:t>Follow_Line</a:t>
          </a:r>
          <a:r>
            <a:rPr lang="de-DE" dirty="0"/>
            <a:t>_</a:t>
          </a:r>
          <a:br>
            <a:rPr lang="de-DE" dirty="0"/>
          </a:br>
          <a:r>
            <a:rPr lang="de-DE" dirty="0"/>
            <a:t>Node</a:t>
          </a:r>
        </a:p>
      </dgm:t>
    </dgm:pt>
    <dgm:pt modelId="{34A86944-71BB-4DDA-8E47-01BD0A07169A}" type="parTrans" cxnId="{60DAF504-CD4E-467E-935C-56A827B5701A}">
      <dgm:prSet/>
      <dgm:spPr/>
      <dgm:t>
        <a:bodyPr/>
        <a:lstStyle/>
        <a:p>
          <a:endParaRPr lang="de-DE"/>
        </a:p>
      </dgm:t>
    </dgm:pt>
    <dgm:pt modelId="{45678C71-3D1A-48BC-AD73-1ADEB7132ED0}" type="sibTrans" cxnId="{60DAF504-CD4E-467E-935C-56A827B5701A}">
      <dgm:prSet/>
      <dgm:spPr/>
      <dgm:t>
        <a:bodyPr/>
        <a:lstStyle/>
        <a:p>
          <a:endParaRPr lang="de-DE"/>
        </a:p>
      </dgm:t>
    </dgm:pt>
    <dgm:pt modelId="{3343B077-7519-4707-BD28-9FED6DBEB7F6}">
      <dgm:prSet phldrT="[Text]"/>
      <dgm:spPr>
        <a:solidFill>
          <a:schemeClr val="accent3">
            <a:lumMod val="60000"/>
            <a:lumOff val="40000"/>
          </a:schemeClr>
        </a:solidFill>
      </dgm:spPr>
      <dgm:t>
        <a:bodyPr/>
        <a:lstStyle/>
        <a:p>
          <a:r>
            <a:rPr lang="de-DE" dirty="0"/>
            <a:t>Zusammenspiel der Nodes</a:t>
          </a:r>
        </a:p>
      </dgm:t>
    </dgm:pt>
    <dgm:pt modelId="{B1EE7652-AF9F-44A2-BFCC-2B2926D54E21}" type="parTrans" cxnId="{38F58492-B3D6-4F45-AC34-178A3B69984B}">
      <dgm:prSet/>
      <dgm:spPr/>
      <dgm:t>
        <a:bodyPr/>
        <a:lstStyle/>
        <a:p>
          <a:endParaRPr lang="de-DE"/>
        </a:p>
      </dgm:t>
    </dgm:pt>
    <dgm:pt modelId="{E567DC1F-55AB-4039-B21B-2648C259E916}" type="sibTrans" cxnId="{38F58492-B3D6-4F45-AC34-178A3B69984B}">
      <dgm:prSet/>
      <dgm:spPr/>
      <dgm:t>
        <a:bodyPr/>
        <a:lstStyle/>
        <a:p>
          <a:endParaRPr lang="de-DE"/>
        </a:p>
      </dgm:t>
    </dgm:pt>
    <dgm:pt modelId="{ED79C73E-6D7D-4AF0-9E53-C6CD2332565F}">
      <dgm:prSet phldrT="[Text]"/>
      <dgm:spPr>
        <a:solidFill>
          <a:schemeClr val="accent3">
            <a:lumMod val="60000"/>
            <a:lumOff val="40000"/>
          </a:schemeClr>
        </a:solidFill>
      </dgm:spPr>
      <dgm:t>
        <a:bodyPr/>
        <a:lstStyle/>
        <a:p>
          <a:r>
            <a:rPr lang="de-DE" dirty="0"/>
            <a:t>Birdseye_</a:t>
          </a:r>
          <a:br>
            <a:rPr lang="de-DE" dirty="0"/>
          </a:br>
          <a:r>
            <a:rPr lang="de-DE" dirty="0"/>
            <a:t>Node</a:t>
          </a:r>
        </a:p>
      </dgm:t>
    </dgm:pt>
    <dgm:pt modelId="{5AB82E1E-7994-490D-AA44-70359502D7C4}" type="parTrans" cxnId="{6A80D28F-4911-4498-ACB1-0C193D905790}">
      <dgm:prSet/>
      <dgm:spPr/>
      <dgm:t>
        <a:bodyPr/>
        <a:lstStyle/>
        <a:p>
          <a:endParaRPr lang="de-DE"/>
        </a:p>
      </dgm:t>
    </dgm:pt>
    <dgm:pt modelId="{0CDA27B2-F892-453F-82C8-8AFDD50A345D}" type="sibTrans" cxnId="{6A80D28F-4911-4498-ACB1-0C193D905790}">
      <dgm:prSet/>
      <dgm:spPr/>
      <dgm:t>
        <a:bodyPr/>
        <a:lstStyle/>
        <a:p>
          <a:endParaRPr lang="de-DE"/>
        </a:p>
      </dgm:t>
    </dgm:pt>
    <dgm:pt modelId="{55BF9A51-9442-43BD-A7B1-C08A52DC14C0}">
      <dgm:prSet phldrT="[Text]"/>
      <dgm:spPr>
        <a:solidFill>
          <a:schemeClr val="accent3">
            <a:lumMod val="60000"/>
            <a:lumOff val="40000"/>
          </a:schemeClr>
        </a:solidFill>
      </dgm:spPr>
      <dgm:t>
        <a:bodyPr/>
        <a:lstStyle/>
        <a:p>
          <a:r>
            <a:rPr lang="de-DE" dirty="0" err="1"/>
            <a:t>Birdseye_With</a:t>
          </a:r>
          <a:r>
            <a:rPr lang="de-DE" dirty="0"/>
            <a:t>_</a:t>
          </a:r>
          <a:br>
            <a:rPr lang="de-DE" dirty="0"/>
          </a:br>
          <a:r>
            <a:rPr lang="de-DE" dirty="0" err="1"/>
            <a:t>LiDAR_Node</a:t>
          </a:r>
          <a:endParaRPr lang="de-DE" dirty="0"/>
        </a:p>
      </dgm:t>
    </dgm:pt>
    <dgm:pt modelId="{35303BBC-8F7E-401F-BF22-4BC9073B9D54}" type="parTrans" cxnId="{C28BF138-10CE-4AE2-9596-685DFA3537FD}">
      <dgm:prSet/>
      <dgm:spPr/>
      <dgm:t>
        <a:bodyPr/>
        <a:lstStyle/>
        <a:p>
          <a:endParaRPr lang="de-DE"/>
        </a:p>
      </dgm:t>
    </dgm:pt>
    <dgm:pt modelId="{8D7E3942-A186-4806-8E81-4ADA6E3C59D1}" type="sibTrans" cxnId="{C28BF138-10CE-4AE2-9596-685DFA3537FD}">
      <dgm:prSet/>
      <dgm:spPr/>
      <dgm:t>
        <a:bodyPr/>
        <a:lstStyle/>
        <a:p>
          <a:endParaRPr lang="de-DE"/>
        </a:p>
      </dgm:t>
    </dgm:pt>
    <dgm:pt modelId="{2BAD27FF-08E8-4497-884B-917B02BC9AF2}" type="pres">
      <dgm:prSet presAssocID="{D55284EF-BC27-4DA5-9EDF-8AE4DDA7BC51}" presName="Name0" presStyleCnt="0">
        <dgm:presLayoutVars>
          <dgm:dir/>
          <dgm:resizeHandles val="exact"/>
        </dgm:presLayoutVars>
      </dgm:prSet>
      <dgm:spPr/>
    </dgm:pt>
    <dgm:pt modelId="{AA7F5C41-158D-4160-AA0E-A9E925436152}" type="pres">
      <dgm:prSet presAssocID="{F7E3C992-C657-49E7-ACA5-E42336492979}" presName="parTxOnly" presStyleLbl="node1" presStyleIdx="0" presStyleCnt="6">
        <dgm:presLayoutVars>
          <dgm:bulletEnabled val="1"/>
        </dgm:presLayoutVars>
      </dgm:prSet>
      <dgm:spPr/>
    </dgm:pt>
    <dgm:pt modelId="{A2B8D1D5-A327-4594-8646-B6998CA32020}" type="pres">
      <dgm:prSet presAssocID="{FFFC7363-591D-4181-94FA-06D98E216F60}" presName="parSpace" presStyleCnt="0"/>
      <dgm:spPr/>
    </dgm:pt>
    <dgm:pt modelId="{47E5C38D-7DBB-4591-AF37-3E0560EA7B5D}" type="pres">
      <dgm:prSet presAssocID="{ED79C73E-6D7D-4AF0-9E53-C6CD2332565F}" presName="parTxOnly" presStyleLbl="node1" presStyleIdx="1" presStyleCnt="6">
        <dgm:presLayoutVars>
          <dgm:bulletEnabled val="1"/>
        </dgm:presLayoutVars>
      </dgm:prSet>
      <dgm:spPr/>
    </dgm:pt>
    <dgm:pt modelId="{4317E639-6256-41AF-870C-B3C8032423C3}" type="pres">
      <dgm:prSet presAssocID="{0CDA27B2-F892-453F-82C8-8AFDD50A345D}" presName="parSpace" presStyleCnt="0"/>
      <dgm:spPr/>
    </dgm:pt>
    <dgm:pt modelId="{652A39D3-F429-44F0-B68F-2347DA867BC5}" type="pres">
      <dgm:prSet presAssocID="{55BF9A51-9442-43BD-A7B1-C08A52DC14C0}" presName="parTxOnly" presStyleLbl="node1" presStyleIdx="2" presStyleCnt="6">
        <dgm:presLayoutVars>
          <dgm:bulletEnabled val="1"/>
        </dgm:presLayoutVars>
      </dgm:prSet>
      <dgm:spPr/>
    </dgm:pt>
    <dgm:pt modelId="{EFBEC68C-933F-471C-BC32-536F9D7E6863}" type="pres">
      <dgm:prSet presAssocID="{8D7E3942-A186-4806-8E81-4ADA6E3C59D1}" presName="parSpace" presStyleCnt="0"/>
      <dgm:spPr/>
    </dgm:pt>
    <dgm:pt modelId="{FC39C9DF-4551-4D23-92BD-CAA8BC814F1D}" type="pres">
      <dgm:prSet presAssocID="{71C14D5C-CD96-489B-ADDD-87A1DE0C1BAC}" presName="parTxOnly" presStyleLbl="node1" presStyleIdx="3" presStyleCnt="6">
        <dgm:presLayoutVars>
          <dgm:bulletEnabled val="1"/>
        </dgm:presLayoutVars>
      </dgm:prSet>
      <dgm:spPr/>
    </dgm:pt>
    <dgm:pt modelId="{B323C126-7252-440E-9522-C0571B6268F3}" type="pres">
      <dgm:prSet presAssocID="{45678C71-3D1A-48BC-AD73-1ADEB7132ED0}" presName="parSpace" presStyleCnt="0"/>
      <dgm:spPr/>
    </dgm:pt>
    <dgm:pt modelId="{8ABCD2AC-1155-4856-95B0-CF641EB23FDE}" type="pres">
      <dgm:prSet presAssocID="{3343B077-7519-4707-BD28-9FED6DBEB7F6}" presName="parTxOnly" presStyleLbl="node1" presStyleIdx="4" presStyleCnt="6">
        <dgm:presLayoutVars>
          <dgm:bulletEnabled val="1"/>
        </dgm:presLayoutVars>
      </dgm:prSet>
      <dgm:spPr/>
    </dgm:pt>
    <dgm:pt modelId="{63C9D51B-E4B6-4C18-A94B-0C3C6D8A30E3}" type="pres">
      <dgm:prSet presAssocID="{E567DC1F-55AB-4039-B21B-2648C259E916}" presName="parSpace" presStyleCnt="0"/>
      <dgm:spPr/>
    </dgm:pt>
    <dgm:pt modelId="{75CC07CA-ADFD-4188-800F-E0E46DC27D0B}" type="pres">
      <dgm:prSet presAssocID="{F2DFE4AB-F198-4BE7-9E95-7149171FE726}" presName="parTxOnly" presStyleLbl="node1" presStyleIdx="5" presStyleCnt="6">
        <dgm:presLayoutVars>
          <dgm:bulletEnabled val="1"/>
        </dgm:presLayoutVars>
      </dgm:prSet>
      <dgm:spPr/>
    </dgm:pt>
  </dgm:ptLst>
  <dgm:cxnLst>
    <dgm:cxn modelId="{60DAF504-CD4E-467E-935C-56A827B5701A}" srcId="{D55284EF-BC27-4DA5-9EDF-8AE4DDA7BC51}" destId="{71C14D5C-CD96-489B-ADDD-87A1DE0C1BAC}" srcOrd="3" destOrd="0" parTransId="{34A86944-71BB-4DDA-8E47-01BD0A07169A}" sibTransId="{45678C71-3D1A-48BC-AD73-1ADEB7132ED0}"/>
    <dgm:cxn modelId="{144F4931-A73D-4D7B-8133-0828AAACE357}" type="presOf" srcId="{D55284EF-BC27-4DA5-9EDF-8AE4DDA7BC51}" destId="{2BAD27FF-08E8-4497-884B-917B02BC9AF2}" srcOrd="0" destOrd="0" presId="urn:microsoft.com/office/officeart/2005/8/layout/hChevron3"/>
    <dgm:cxn modelId="{C28BF138-10CE-4AE2-9596-685DFA3537FD}" srcId="{D55284EF-BC27-4DA5-9EDF-8AE4DDA7BC51}" destId="{55BF9A51-9442-43BD-A7B1-C08A52DC14C0}" srcOrd="2" destOrd="0" parTransId="{35303BBC-8F7E-401F-BF22-4BC9073B9D54}" sibTransId="{8D7E3942-A186-4806-8E81-4ADA6E3C59D1}"/>
    <dgm:cxn modelId="{D6725870-1BAE-4893-AB5E-49D5D3431F7A}" type="presOf" srcId="{F7E3C992-C657-49E7-ACA5-E42336492979}" destId="{AA7F5C41-158D-4160-AA0E-A9E925436152}" srcOrd="0" destOrd="0" presId="urn:microsoft.com/office/officeart/2005/8/layout/hChevron3"/>
    <dgm:cxn modelId="{9FB8DE75-937C-46FA-9A06-2E96FF13AF02}" type="presOf" srcId="{71C14D5C-CD96-489B-ADDD-87A1DE0C1BAC}" destId="{FC39C9DF-4551-4D23-92BD-CAA8BC814F1D}" srcOrd="0" destOrd="0" presId="urn:microsoft.com/office/officeart/2005/8/layout/hChevron3"/>
    <dgm:cxn modelId="{4E86E676-75D2-4B33-921D-DBAD52BB0428}" srcId="{D55284EF-BC27-4DA5-9EDF-8AE4DDA7BC51}" destId="{F2DFE4AB-F198-4BE7-9E95-7149171FE726}" srcOrd="5" destOrd="0" parTransId="{33C54E50-A561-4388-A802-44486C05B301}" sibTransId="{CD996BCA-9739-49A7-BE4F-2023DB5DD4E7}"/>
    <dgm:cxn modelId="{6A80D28F-4911-4498-ACB1-0C193D905790}" srcId="{D55284EF-BC27-4DA5-9EDF-8AE4DDA7BC51}" destId="{ED79C73E-6D7D-4AF0-9E53-C6CD2332565F}" srcOrd="1" destOrd="0" parTransId="{5AB82E1E-7994-490D-AA44-70359502D7C4}" sibTransId="{0CDA27B2-F892-453F-82C8-8AFDD50A345D}"/>
    <dgm:cxn modelId="{38F58492-B3D6-4F45-AC34-178A3B69984B}" srcId="{D55284EF-BC27-4DA5-9EDF-8AE4DDA7BC51}" destId="{3343B077-7519-4707-BD28-9FED6DBEB7F6}" srcOrd="4" destOrd="0" parTransId="{B1EE7652-AF9F-44A2-BFCC-2B2926D54E21}" sibTransId="{E567DC1F-55AB-4039-B21B-2648C259E916}"/>
    <dgm:cxn modelId="{11A8F5A3-DB94-40E7-B444-A0F28AD52A5B}" type="presOf" srcId="{55BF9A51-9442-43BD-A7B1-C08A52DC14C0}" destId="{652A39D3-F429-44F0-B68F-2347DA867BC5}" srcOrd="0" destOrd="0" presId="urn:microsoft.com/office/officeart/2005/8/layout/hChevron3"/>
    <dgm:cxn modelId="{287F16AB-8D8B-45D7-A777-AC424CCAE87F}" type="presOf" srcId="{F2DFE4AB-F198-4BE7-9E95-7149171FE726}" destId="{75CC07CA-ADFD-4188-800F-E0E46DC27D0B}" srcOrd="0" destOrd="0" presId="urn:microsoft.com/office/officeart/2005/8/layout/hChevron3"/>
    <dgm:cxn modelId="{4DBFDAE2-7757-4BB8-86B7-2F777E01497A}" type="presOf" srcId="{ED79C73E-6D7D-4AF0-9E53-C6CD2332565F}" destId="{47E5C38D-7DBB-4591-AF37-3E0560EA7B5D}" srcOrd="0" destOrd="0" presId="urn:microsoft.com/office/officeart/2005/8/layout/hChevron3"/>
    <dgm:cxn modelId="{B1FF62FC-500F-4616-B74E-9EF829F9ED89}" srcId="{D55284EF-BC27-4DA5-9EDF-8AE4DDA7BC51}" destId="{F7E3C992-C657-49E7-ACA5-E42336492979}" srcOrd="0" destOrd="0" parTransId="{6DCFBE8B-F45F-409D-98FF-6AF3399A8835}" sibTransId="{FFFC7363-591D-4181-94FA-06D98E216F60}"/>
    <dgm:cxn modelId="{7E596AFD-CD2C-4A67-AF26-1FED23BD0D0E}" type="presOf" srcId="{3343B077-7519-4707-BD28-9FED6DBEB7F6}" destId="{8ABCD2AC-1155-4856-95B0-CF641EB23FDE}" srcOrd="0" destOrd="0" presId="urn:microsoft.com/office/officeart/2005/8/layout/hChevron3"/>
    <dgm:cxn modelId="{B62AB937-B420-4240-BB4B-33C34ADC07E6}" type="presParOf" srcId="{2BAD27FF-08E8-4497-884B-917B02BC9AF2}" destId="{AA7F5C41-158D-4160-AA0E-A9E925436152}" srcOrd="0" destOrd="0" presId="urn:microsoft.com/office/officeart/2005/8/layout/hChevron3"/>
    <dgm:cxn modelId="{D28CA0A0-98EA-43C3-B18C-7267D04634BE}" type="presParOf" srcId="{2BAD27FF-08E8-4497-884B-917B02BC9AF2}" destId="{A2B8D1D5-A327-4594-8646-B6998CA32020}" srcOrd="1" destOrd="0" presId="urn:microsoft.com/office/officeart/2005/8/layout/hChevron3"/>
    <dgm:cxn modelId="{7F1169A3-36B2-4C7B-B1B8-4B7C5581E3CC}" type="presParOf" srcId="{2BAD27FF-08E8-4497-884B-917B02BC9AF2}" destId="{47E5C38D-7DBB-4591-AF37-3E0560EA7B5D}" srcOrd="2" destOrd="0" presId="urn:microsoft.com/office/officeart/2005/8/layout/hChevron3"/>
    <dgm:cxn modelId="{503ED590-C15C-49E3-930B-B96DE9338730}" type="presParOf" srcId="{2BAD27FF-08E8-4497-884B-917B02BC9AF2}" destId="{4317E639-6256-41AF-870C-B3C8032423C3}" srcOrd="3" destOrd="0" presId="urn:microsoft.com/office/officeart/2005/8/layout/hChevron3"/>
    <dgm:cxn modelId="{7F3A4DA1-7F0E-4B49-B10E-D4E502B8B430}" type="presParOf" srcId="{2BAD27FF-08E8-4497-884B-917B02BC9AF2}" destId="{652A39D3-F429-44F0-B68F-2347DA867BC5}" srcOrd="4" destOrd="0" presId="urn:microsoft.com/office/officeart/2005/8/layout/hChevron3"/>
    <dgm:cxn modelId="{B388A2BF-E91A-4947-B7B9-FC2DF2689F0B}" type="presParOf" srcId="{2BAD27FF-08E8-4497-884B-917B02BC9AF2}" destId="{EFBEC68C-933F-471C-BC32-536F9D7E6863}" srcOrd="5" destOrd="0" presId="urn:microsoft.com/office/officeart/2005/8/layout/hChevron3"/>
    <dgm:cxn modelId="{B5527E37-DB2E-48D8-A2A8-42E13E30630F}" type="presParOf" srcId="{2BAD27FF-08E8-4497-884B-917B02BC9AF2}" destId="{FC39C9DF-4551-4D23-92BD-CAA8BC814F1D}" srcOrd="6" destOrd="0" presId="urn:microsoft.com/office/officeart/2005/8/layout/hChevron3"/>
    <dgm:cxn modelId="{B50518CE-19BE-43C8-AA0E-8FC5B267D8A8}" type="presParOf" srcId="{2BAD27FF-08E8-4497-884B-917B02BC9AF2}" destId="{B323C126-7252-440E-9522-C0571B6268F3}" srcOrd="7" destOrd="0" presId="urn:microsoft.com/office/officeart/2005/8/layout/hChevron3"/>
    <dgm:cxn modelId="{F16FB9D1-21FF-4A81-A043-691D83C45CD6}" type="presParOf" srcId="{2BAD27FF-08E8-4497-884B-917B02BC9AF2}" destId="{8ABCD2AC-1155-4856-95B0-CF641EB23FDE}" srcOrd="8" destOrd="0" presId="urn:microsoft.com/office/officeart/2005/8/layout/hChevron3"/>
    <dgm:cxn modelId="{98E80C7B-D08D-4D50-B885-211CC8F6F8B2}" type="presParOf" srcId="{2BAD27FF-08E8-4497-884B-917B02BC9AF2}" destId="{63C9D51B-E4B6-4C18-A94B-0C3C6D8A30E3}" srcOrd="9" destOrd="0" presId="urn:microsoft.com/office/officeart/2005/8/layout/hChevron3"/>
    <dgm:cxn modelId="{F223E155-FB5A-49DD-90F2-04893646DA89}" type="presParOf" srcId="{2BAD27FF-08E8-4497-884B-917B02BC9AF2}" destId="{75CC07CA-ADFD-4188-800F-E0E46DC27D0B}" srcOrd="10" destOrd="0" presId="urn:microsoft.com/office/officeart/2005/8/layout/hChevron3"/>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D55284EF-BC27-4DA5-9EDF-8AE4DDA7BC51}" type="doc">
      <dgm:prSet loTypeId="urn:microsoft.com/office/officeart/2005/8/layout/hChevron3" loCatId="process" qsTypeId="urn:microsoft.com/office/officeart/2005/8/quickstyle/simple1" qsCatId="simple" csTypeId="urn:microsoft.com/office/officeart/2005/8/colors/accent3_2" csCatId="accent3" phldr="1"/>
      <dgm:spPr/>
    </dgm:pt>
    <dgm:pt modelId="{F7E3C992-C657-49E7-ACA5-E42336492979}">
      <dgm:prSet phldrT="[Text]"/>
      <dgm:spPr>
        <a:solidFill>
          <a:schemeClr val="accent3">
            <a:lumMod val="60000"/>
            <a:lumOff val="40000"/>
          </a:schemeClr>
        </a:solidFill>
      </dgm:spPr>
      <dgm:t>
        <a:bodyPr/>
        <a:lstStyle/>
        <a:p>
          <a:r>
            <a:rPr lang="de-DE" dirty="0" err="1"/>
            <a:t>Rectified</a:t>
          </a:r>
          <a:r>
            <a:rPr lang="de-DE" dirty="0"/>
            <a:t>_</a:t>
          </a:r>
          <a:br>
            <a:rPr lang="de-DE" dirty="0"/>
          </a:br>
          <a:r>
            <a:rPr lang="de-DE" dirty="0" err="1"/>
            <a:t>Image_Node</a:t>
          </a:r>
          <a:endParaRPr lang="de-DE" dirty="0"/>
        </a:p>
      </dgm:t>
    </dgm:pt>
    <dgm:pt modelId="{6DCFBE8B-F45F-409D-98FF-6AF3399A8835}" type="parTrans" cxnId="{B1FF62FC-500F-4616-B74E-9EF829F9ED89}">
      <dgm:prSet/>
      <dgm:spPr/>
      <dgm:t>
        <a:bodyPr/>
        <a:lstStyle/>
        <a:p>
          <a:endParaRPr lang="de-DE"/>
        </a:p>
      </dgm:t>
    </dgm:pt>
    <dgm:pt modelId="{FFFC7363-591D-4181-94FA-06D98E216F60}" type="sibTrans" cxnId="{B1FF62FC-500F-4616-B74E-9EF829F9ED89}">
      <dgm:prSet/>
      <dgm:spPr/>
      <dgm:t>
        <a:bodyPr/>
        <a:lstStyle/>
        <a:p>
          <a:endParaRPr lang="de-DE"/>
        </a:p>
      </dgm:t>
    </dgm:pt>
    <dgm:pt modelId="{F2DFE4AB-F198-4BE7-9E95-7149171FE726}">
      <dgm:prSet phldrT="[Text]"/>
      <dgm:spPr>
        <a:solidFill>
          <a:schemeClr val="accent3">
            <a:lumMod val="60000"/>
            <a:lumOff val="40000"/>
          </a:schemeClr>
        </a:solidFill>
      </dgm:spPr>
      <dgm:t>
        <a:bodyPr/>
        <a:lstStyle/>
        <a:p>
          <a:r>
            <a:rPr lang="de-DE" dirty="0"/>
            <a:t>Fahren …</a:t>
          </a:r>
        </a:p>
      </dgm:t>
    </dgm:pt>
    <dgm:pt modelId="{33C54E50-A561-4388-A802-44486C05B301}" type="parTrans" cxnId="{4E86E676-75D2-4B33-921D-DBAD52BB0428}">
      <dgm:prSet/>
      <dgm:spPr/>
      <dgm:t>
        <a:bodyPr/>
        <a:lstStyle/>
        <a:p>
          <a:endParaRPr lang="de-DE"/>
        </a:p>
      </dgm:t>
    </dgm:pt>
    <dgm:pt modelId="{CD996BCA-9739-49A7-BE4F-2023DB5DD4E7}" type="sibTrans" cxnId="{4E86E676-75D2-4B33-921D-DBAD52BB0428}">
      <dgm:prSet/>
      <dgm:spPr/>
      <dgm:t>
        <a:bodyPr/>
        <a:lstStyle/>
        <a:p>
          <a:endParaRPr lang="de-DE"/>
        </a:p>
      </dgm:t>
    </dgm:pt>
    <dgm:pt modelId="{71C14D5C-CD96-489B-ADDD-87A1DE0C1BAC}">
      <dgm:prSet phldrT="[Text]"/>
      <dgm:spPr>
        <a:solidFill>
          <a:schemeClr val="accent3">
            <a:lumMod val="60000"/>
            <a:lumOff val="40000"/>
          </a:schemeClr>
        </a:solidFill>
      </dgm:spPr>
      <dgm:t>
        <a:bodyPr/>
        <a:lstStyle/>
        <a:p>
          <a:r>
            <a:rPr lang="de-DE" dirty="0" err="1"/>
            <a:t>Follow_Line</a:t>
          </a:r>
          <a:r>
            <a:rPr lang="de-DE" dirty="0"/>
            <a:t>_</a:t>
          </a:r>
          <a:br>
            <a:rPr lang="de-DE" dirty="0"/>
          </a:br>
          <a:r>
            <a:rPr lang="de-DE" dirty="0"/>
            <a:t>Node</a:t>
          </a:r>
        </a:p>
      </dgm:t>
    </dgm:pt>
    <dgm:pt modelId="{34A86944-71BB-4DDA-8E47-01BD0A07169A}" type="parTrans" cxnId="{60DAF504-CD4E-467E-935C-56A827B5701A}">
      <dgm:prSet/>
      <dgm:spPr/>
      <dgm:t>
        <a:bodyPr/>
        <a:lstStyle/>
        <a:p>
          <a:endParaRPr lang="de-DE"/>
        </a:p>
      </dgm:t>
    </dgm:pt>
    <dgm:pt modelId="{45678C71-3D1A-48BC-AD73-1ADEB7132ED0}" type="sibTrans" cxnId="{60DAF504-CD4E-467E-935C-56A827B5701A}">
      <dgm:prSet/>
      <dgm:spPr/>
      <dgm:t>
        <a:bodyPr/>
        <a:lstStyle/>
        <a:p>
          <a:endParaRPr lang="de-DE"/>
        </a:p>
      </dgm:t>
    </dgm:pt>
    <dgm:pt modelId="{3343B077-7519-4707-BD28-9FED6DBEB7F6}">
      <dgm:prSet phldrT="[Text]"/>
      <dgm:spPr>
        <a:solidFill>
          <a:srgbClr val="AF708B"/>
        </a:solidFill>
      </dgm:spPr>
      <dgm:t>
        <a:bodyPr/>
        <a:lstStyle/>
        <a:p>
          <a:r>
            <a:rPr lang="de-DE" dirty="0"/>
            <a:t>Zusammenspiel der Nodes</a:t>
          </a:r>
        </a:p>
      </dgm:t>
    </dgm:pt>
    <dgm:pt modelId="{B1EE7652-AF9F-44A2-BFCC-2B2926D54E21}" type="parTrans" cxnId="{38F58492-B3D6-4F45-AC34-178A3B69984B}">
      <dgm:prSet/>
      <dgm:spPr/>
      <dgm:t>
        <a:bodyPr/>
        <a:lstStyle/>
        <a:p>
          <a:endParaRPr lang="de-DE"/>
        </a:p>
      </dgm:t>
    </dgm:pt>
    <dgm:pt modelId="{E567DC1F-55AB-4039-B21B-2648C259E916}" type="sibTrans" cxnId="{38F58492-B3D6-4F45-AC34-178A3B69984B}">
      <dgm:prSet/>
      <dgm:spPr/>
      <dgm:t>
        <a:bodyPr/>
        <a:lstStyle/>
        <a:p>
          <a:endParaRPr lang="de-DE"/>
        </a:p>
      </dgm:t>
    </dgm:pt>
    <dgm:pt modelId="{ED79C73E-6D7D-4AF0-9E53-C6CD2332565F}">
      <dgm:prSet phldrT="[Text]"/>
      <dgm:spPr>
        <a:solidFill>
          <a:schemeClr val="accent3">
            <a:lumMod val="60000"/>
            <a:lumOff val="40000"/>
          </a:schemeClr>
        </a:solidFill>
      </dgm:spPr>
      <dgm:t>
        <a:bodyPr/>
        <a:lstStyle/>
        <a:p>
          <a:r>
            <a:rPr lang="de-DE" dirty="0"/>
            <a:t>Birdseye_</a:t>
          </a:r>
          <a:br>
            <a:rPr lang="de-DE" dirty="0"/>
          </a:br>
          <a:r>
            <a:rPr lang="de-DE" dirty="0"/>
            <a:t>Node</a:t>
          </a:r>
        </a:p>
      </dgm:t>
    </dgm:pt>
    <dgm:pt modelId="{5AB82E1E-7994-490D-AA44-70359502D7C4}" type="parTrans" cxnId="{6A80D28F-4911-4498-ACB1-0C193D905790}">
      <dgm:prSet/>
      <dgm:spPr/>
      <dgm:t>
        <a:bodyPr/>
        <a:lstStyle/>
        <a:p>
          <a:endParaRPr lang="de-DE"/>
        </a:p>
      </dgm:t>
    </dgm:pt>
    <dgm:pt modelId="{0CDA27B2-F892-453F-82C8-8AFDD50A345D}" type="sibTrans" cxnId="{6A80D28F-4911-4498-ACB1-0C193D905790}">
      <dgm:prSet/>
      <dgm:spPr/>
      <dgm:t>
        <a:bodyPr/>
        <a:lstStyle/>
        <a:p>
          <a:endParaRPr lang="de-DE"/>
        </a:p>
      </dgm:t>
    </dgm:pt>
    <dgm:pt modelId="{55BF9A51-9442-43BD-A7B1-C08A52DC14C0}">
      <dgm:prSet phldrT="[Text]"/>
      <dgm:spPr>
        <a:solidFill>
          <a:schemeClr val="accent3">
            <a:lumMod val="60000"/>
            <a:lumOff val="40000"/>
          </a:schemeClr>
        </a:solidFill>
      </dgm:spPr>
      <dgm:t>
        <a:bodyPr/>
        <a:lstStyle/>
        <a:p>
          <a:r>
            <a:rPr lang="de-DE" dirty="0" err="1"/>
            <a:t>Birdseye_With</a:t>
          </a:r>
          <a:r>
            <a:rPr lang="de-DE" dirty="0"/>
            <a:t>_</a:t>
          </a:r>
          <a:br>
            <a:rPr lang="de-DE" dirty="0"/>
          </a:br>
          <a:r>
            <a:rPr lang="de-DE" dirty="0" err="1"/>
            <a:t>LiDAR_Node</a:t>
          </a:r>
          <a:endParaRPr lang="de-DE" dirty="0"/>
        </a:p>
      </dgm:t>
    </dgm:pt>
    <dgm:pt modelId="{35303BBC-8F7E-401F-BF22-4BC9073B9D54}" type="parTrans" cxnId="{C28BF138-10CE-4AE2-9596-685DFA3537FD}">
      <dgm:prSet/>
      <dgm:spPr/>
      <dgm:t>
        <a:bodyPr/>
        <a:lstStyle/>
        <a:p>
          <a:endParaRPr lang="de-DE"/>
        </a:p>
      </dgm:t>
    </dgm:pt>
    <dgm:pt modelId="{8D7E3942-A186-4806-8E81-4ADA6E3C59D1}" type="sibTrans" cxnId="{C28BF138-10CE-4AE2-9596-685DFA3537FD}">
      <dgm:prSet/>
      <dgm:spPr/>
      <dgm:t>
        <a:bodyPr/>
        <a:lstStyle/>
        <a:p>
          <a:endParaRPr lang="de-DE"/>
        </a:p>
      </dgm:t>
    </dgm:pt>
    <dgm:pt modelId="{2BAD27FF-08E8-4497-884B-917B02BC9AF2}" type="pres">
      <dgm:prSet presAssocID="{D55284EF-BC27-4DA5-9EDF-8AE4DDA7BC51}" presName="Name0" presStyleCnt="0">
        <dgm:presLayoutVars>
          <dgm:dir/>
          <dgm:resizeHandles val="exact"/>
        </dgm:presLayoutVars>
      </dgm:prSet>
      <dgm:spPr/>
    </dgm:pt>
    <dgm:pt modelId="{AA7F5C41-158D-4160-AA0E-A9E925436152}" type="pres">
      <dgm:prSet presAssocID="{F7E3C992-C657-49E7-ACA5-E42336492979}" presName="parTxOnly" presStyleLbl="node1" presStyleIdx="0" presStyleCnt="6">
        <dgm:presLayoutVars>
          <dgm:bulletEnabled val="1"/>
        </dgm:presLayoutVars>
      </dgm:prSet>
      <dgm:spPr/>
    </dgm:pt>
    <dgm:pt modelId="{A2B8D1D5-A327-4594-8646-B6998CA32020}" type="pres">
      <dgm:prSet presAssocID="{FFFC7363-591D-4181-94FA-06D98E216F60}" presName="parSpace" presStyleCnt="0"/>
      <dgm:spPr/>
    </dgm:pt>
    <dgm:pt modelId="{47E5C38D-7DBB-4591-AF37-3E0560EA7B5D}" type="pres">
      <dgm:prSet presAssocID="{ED79C73E-6D7D-4AF0-9E53-C6CD2332565F}" presName="parTxOnly" presStyleLbl="node1" presStyleIdx="1" presStyleCnt="6">
        <dgm:presLayoutVars>
          <dgm:bulletEnabled val="1"/>
        </dgm:presLayoutVars>
      </dgm:prSet>
      <dgm:spPr/>
    </dgm:pt>
    <dgm:pt modelId="{4317E639-6256-41AF-870C-B3C8032423C3}" type="pres">
      <dgm:prSet presAssocID="{0CDA27B2-F892-453F-82C8-8AFDD50A345D}" presName="parSpace" presStyleCnt="0"/>
      <dgm:spPr/>
    </dgm:pt>
    <dgm:pt modelId="{652A39D3-F429-44F0-B68F-2347DA867BC5}" type="pres">
      <dgm:prSet presAssocID="{55BF9A51-9442-43BD-A7B1-C08A52DC14C0}" presName="parTxOnly" presStyleLbl="node1" presStyleIdx="2" presStyleCnt="6">
        <dgm:presLayoutVars>
          <dgm:bulletEnabled val="1"/>
        </dgm:presLayoutVars>
      </dgm:prSet>
      <dgm:spPr/>
    </dgm:pt>
    <dgm:pt modelId="{EFBEC68C-933F-471C-BC32-536F9D7E6863}" type="pres">
      <dgm:prSet presAssocID="{8D7E3942-A186-4806-8E81-4ADA6E3C59D1}" presName="parSpace" presStyleCnt="0"/>
      <dgm:spPr/>
    </dgm:pt>
    <dgm:pt modelId="{FC39C9DF-4551-4D23-92BD-CAA8BC814F1D}" type="pres">
      <dgm:prSet presAssocID="{71C14D5C-CD96-489B-ADDD-87A1DE0C1BAC}" presName="parTxOnly" presStyleLbl="node1" presStyleIdx="3" presStyleCnt="6">
        <dgm:presLayoutVars>
          <dgm:bulletEnabled val="1"/>
        </dgm:presLayoutVars>
      </dgm:prSet>
      <dgm:spPr/>
    </dgm:pt>
    <dgm:pt modelId="{B323C126-7252-440E-9522-C0571B6268F3}" type="pres">
      <dgm:prSet presAssocID="{45678C71-3D1A-48BC-AD73-1ADEB7132ED0}" presName="parSpace" presStyleCnt="0"/>
      <dgm:spPr/>
    </dgm:pt>
    <dgm:pt modelId="{8ABCD2AC-1155-4856-95B0-CF641EB23FDE}" type="pres">
      <dgm:prSet presAssocID="{3343B077-7519-4707-BD28-9FED6DBEB7F6}" presName="parTxOnly" presStyleLbl="node1" presStyleIdx="4" presStyleCnt="6">
        <dgm:presLayoutVars>
          <dgm:bulletEnabled val="1"/>
        </dgm:presLayoutVars>
      </dgm:prSet>
      <dgm:spPr/>
    </dgm:pt>
    <dgm:pt modelId="{63C9D51B-E4B6-4C18-A94B-0C3C6D8A30E3}" type="pres">
      <dgm:prSet presAssocID="{E567DC1F-55AB-4039-B21B-2648C259E916}" presName="parSpace" presStyleCnt="0"/>
      <dgm:spPr/>
    </dgm:pt>
    <dgm:pt modelId="{75CC07CA-ADFD-4188-800F-E0E46DC27D0B}" type="pres">
      <dgm:prSet presAssocID="{F2DFE4AB-F198-4BE7-9E95-7149171FE726}" presName="parTxOnly" presStyleLbl="node1" presStyleIdx="5" presStyleCnt="6">
        <dgm:presLayoutVars>
          <dgm:bulletEnabled val="1"/>
        </dgm:presLayoutVars>
      </dgm:prSet>
      <dgm:spPr/>
    </dgm:pt>
  </dgm:ptLst>
  <dgm:cxnLst>
    <dgm:cxn modelId="{60DAF504-CD4E-467E-935C-56A827B5701A}" srcId="{D55284EF-BC27-4DA5-9EDF-8AE4DDA7BC51}" destId="{71C14D5C-CD96-489B-ADDD-87A1DE0C1BAC}" srcOrd="3" destOrd="0" parTransId="{34A86944-71BB-4DDA-8E47-01BD0A07169A}" sibTransId="{45678C71-3D1A-48BC-AD73-1ADEB7132ED0}"/>
    <dgm:cxn modelId="{144F4931-A73D-4D7B-8133-0828AAACE357}" type="presOf" srcId="{D55284EF-BC27-4DA5-9EDF-8AE4DDA7BC51}" destId="{2BAD27FF-08E8-4497-884B-917B02BC9AF2}" srcOrd="0" destOrd="0" presId="urn:microsoft.com/office/officeart/2005/8/layout/hChevron3"/>
    <dgm:cxn modelId="{C28BF138-10CE-4AE2-9596-685DFA3537FD}" srcId="{D55284EF-BC27-4DA5-9EDF-8AE4DDA7BC51}" destId="{55BF9A51-9442-43BD-A7B1-C08A52DC14C0}" srcOrd="2" destOrd="0" parTransId="{35303BBC-8F7E-401F-BF22-4BC9073B9D54}" sibTransId="{8D7E3942-A186-4806-8E81-4ADA6E3C59D1}"/>
    <dgm:cxn modelId="{D6725870-1BAE-4893-AB5E-49D5D3431F7A}" type="presOf" srcId="{F7E3C992-C657-49E7-ACA5-E42336492979}" destId="{AA7F5C41-158D-4160-AA0E-A9E925436152}" srcOrd="0" destOrd="0" presId="urn:microsoft.com/office/officeart/2005/8/layout/hChevron3"/>
    <dgm:cxn modelId="{9FB8DE75-937C-46FA-9A06-2E96FF13AF02}" type="presOf" srcId="{71C14D5C-CD96-489B-ADDD-87A1DE0C1BAC}" destId="{FC39C9DF-4551-4D23-92BD-CAA8BC814F1D}" srcOrd="0" destOrd="0" presId="urn:microsoft.com/office/officeart/2005/8/layout/hChevron3"/>
    <dgm:cxn modelId="{4E86E676-75D2-4B33-921D-DBAD52BB0428}" srcId="{D55284EF-BC27-4DA5-9EDF-8AE4DDA7BC51}" destId="{F2DFE4AB-F198-4BE7-9E95-7149171FE726}" srcOrd="5" destOrd="0" parTransId="{33C54E50-A561-4388-A802-44486C05B301}" sibTransId="{CD996BCA-9739-49A7-BE4F-2023DB5DD4E7}"/>
    <dgm:cxn modelId="{6A80D28F-4911-4498-ACB1-0C193D905790}" srcId="{D55284EF-BC27-4DA5-9EDF-8AE4DDA7BC51}" destId="{ED79C73E-6D7D-4AF0-9E53-C6CD2332565F}" srcOrd="1" destOrd="0" parTransId="{5AB82E1E-7994-490D-AA44-70359502D7C4}" sibTransId="{0CDA27B2-F892-453F-82C8-8AFDD50A345D}"/>
    <dgm:cxn modelId="{38F58492-B3D6-4F45-AC34-178A3B69984B}" srcId="{D55284EF-BC27-4DA5-9EDF-8AE4DDA7BC51}" destId="{3343B077-7519-4707-BD28-9FED6DBEB7F6}" srcOrd="4" destOrd="0" parTransId="{B1EE7652-AF9F-44A2-BFCC-2B2926D54E21}" sibTransId="{E567DC1F-55AB-4039-B21B-2648C259E916}"/>
    <dgm:cxn modelId="{11A8F5A3-DB94-40E7-B444-A0F28AD52A5B}" type="presOf" srcId="{55BF9A51-9442-43BD-A7B1-C08A52DC14C0}" destId="{652A39D3-F429-44F0-B68F-2347DA867BC5}" srcOrd="0" destOrd="0" presId="urn:microsoft.com/office/officeart/2005/8/layout/hChevron3"/>
    <dgm:cxn modelId="{287F16AB-8D8B-45D7-A777-AC424CCAE87F}" type="presOf" srcId="{F2DFE4AB-F198-4BE7-9E95-7149171FE726}" destId="{75CC07CA-ADFD-4188-800F-E0E46DC27D0B}" srcOrd="0" destOrd="0" presId="urn:microsoft.com/office/officeart/2005/8/layout/hChevron3"/>
    <dgm:cxn modelId="{4DBFDAE2-7757-4BB8-86B7-2F777E01497A}" type="presOf" srcId="{ED79C73E-6D7D-4AF0-9E53-C6CD2332565F}" destId="{47E5C38D-7DBB-4591-AF37-3E0560EA7B5D}" srcOrd="0" destOrd="0" presId="urn:microsoft.com/office/officeart/2005/8/layout/hChevron3"/>
    <dgm:cxn modelId="{B1FF62FC-500F-4616-B74E-9EF829F9ED89}" srcId="{D55284EF-BC27-4DA5-9EDF-8AE4DDA7BC51}" destId="{F7E3C992-C657-49E7-ACA5-E42336492979}" srcOrd="0" destOrd="0" parTransId="{6DCFBE8B-F45F-409D-98FF-6AF3399A8835}" sibTransId="{FFFC7363-591D-4181-94FA-06D98E216F60}"/>
    <dgm:cxn modelId="{7E596AFD-CD2C-4A67-AF26-1FED23BD0D0E}" type="presOf" srcId="{3343B077-7519-4707-BD28-9FED6DBEB7F6}" destId="{8ABCD2AC-1155-4856-95B0-CF641EB23FDE}" srcOrd="0" destOrd="0" presId="urn:microsoft.com/office/officeart/2005/8/layout/hChevron3"/>
    <dgm:cxn modelId="{B62AB937-B420-4240-BB4B-33C34ADC07E6}" type="presParOf" srcId="{2BAD27FF-08E8-4497-884B-917B02BC9AF2}" destId="{AA7F5C41-158D-4160-AA0E-A9E925436152}" srcOrd="0" destOrd="0" presId="urn:microsoft.com/office/officeart/2005/8/layout/hChevron3"/>
    <dgm:cxn modelId="{D28CA0A0-98EA-43C3-B18C-7267D04634BE}" type="presParOf" srcId="{2BAD27FF-08E8-4497-884B-917B02BC9AF2}" destId="{A2B8D1D5-A327-4594-8646-B6998CA32020}" srcOrd="1" destOrd="0" presId="urn:microsoft.com/office/officeart/2005/8/layout/hChevron3"/>
    <dgm:cxn modelId="{7F1169A3-36B2-4C7B-B1B8-4B7C5581E3CC}" type="presParOf" srcId="{2BAD27FF-08E8-4497-884B-917B02BC9AF2}" destId="{47E5C38D-7DBB-4591-AF37-3E0560EA7B5D}" srcOrd="2" destOrd="0" presId="urn:microsoft.com/office/officeart/2005/8/layout/hChevron3"/>
    <dgm:cxn modelId="{503ED590-C15C-49E3-930B-B96DE9338730}" type="presParOf" srcId="{2BAD27FF-08E8-4497-884B-917B02BC9AF2}" destId="{4317E639-6256-41AF-870C-B3C8032423C3}" srcOrd="3" destOrd="0" presId="urn:microsoft.com/office/officeart/2005/8/layout/hChevron3"/>
    <dgm:cxn modelId="{7F3A4DA1-7F0E-4B49-B10E-D4E502B8B430}" type="presParOf" srcId="{2BAD27FF-08E8-4497-884B-917B02BC9AF2}" destId="{652A39D3-F429-44F0-B68F-2347DA867BC5}" srcOrd="4" destOrd="0" presId="urn:microsoft.com/office/officeart/2005/8/layout/hChevron3"/>
    <dgm:cxn modelId="{B388A2BF-E91A-4947-B7B9-FC2DF2689F0B}" type="presParOf" srcId="{2BAD27FF-08E8-4497-884B-917B02BC9AF2}" destId="{EFBEC68C-933F-471C-BC32-536F9D7E6863}" srcOrd="5" destOrd="0" presId="urn:microsoft.com/office/officeart/2005/8/layout/hChevron3"/>
    <dgm:cxn modelId="{B5527E37-DB2E-48D8-A2A8-42E13E30630F}" type="presParOf" srcId="{2BAD27FF-08E8-4497-884B-917B02BC9AF2}" destId="{FC39C9DF-4551-4D23-92BD-CAA8BC814F1D}" srcOrd="6" destOrd="0" presId="urn:microsoft.com/office/officeart/2005/8/layout/hChevron3"/>
    <dgm:cxn modelId="{B50518CE-19BE-43C8-AA0E-8FC5B267D8A8}" type="presParOf" srcId="{2BAD27FF-08E8-4497-884B-917B02BC9AF2}" destId="{B323C126-7252-440E-9522-C0571B6268F3}" srcOrd="7" destOrd="0" presId="urn:microsoft.com/office/officeart/2005/8/layout/hChevron3"/>
    <dgm:cxn modelId="{F16FB9D1-21FF-4A81-A043-691D83C45CD6}" type="presParOf" srcId="{2BAD27FF-08E8-4497-884B-917B02BC9AF2}" destId="{8ABCD2AC-1155-4856-95B0-CF641EB23FDE}" srcOrd="8" destOrd="0" presId="urn:microsoft.com/office/officeart/2005/8/layout/hChevron3"/>
    <dgm:cxn modelId="{98E80C7B-D08D-4D50-B885-211CC8F6F8B2}" type="presParOf" srcId="{2BAD27FF-08E8-4497-884B-917B02BC9AF2}" destId="{63C9D51B-E4B6-4C18-A94B-0C3C6D8A30E3}" srcOrd="9" destOrd="0" presId="urn:microsoft.com/office/officeart/2005/8/layout/hChevron3"/>
    <dgm:cxn modelId="{F223E155-FB5A-49DD-90F2-04893646DA89}" type="presParOf" srcId="{2BAD27FF-08E8-4497-884B-917B02BC9AF2}" destId="{75CC07CA-ADFD-4188-800F-E0E46DC27D0B}" srcOrd="10" destOrd="0" presId="urn:microsoft.com/office/officeart/2005/8/layout/hChevron3"/>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D55284EF-BC27-4DA5-9EDF-8AE4DDA7BC51}" type="doc">
      <dgm:prSet loTypeId="urn:microsoft.com/office/officeart/2005/8/layout/hChevron3" loCatId="process" qsTypeId="urn:microsoft.com/office/officeart/2005/8/quickstyle/simple1" qsCatId="simple" csTypeId="urn:microsoft.com/office/officeart/2005/8/colors/accent3_2" csCatId="accent3" phldr="1"/>
      <dgm:spPr/>
    </dgm:pt>
    <dgm:pt modelId="{F7E3C992-C657-49E7-ACA5-E42336492979}">
      <dgm:prSet phldrT="[Text]"/>
      <dgm:spPr>
        <a:solidFill>
          <a:schemeClr val="accent3">
            <a:lumMod val="60000"/>
            <a:lumOff val="40000"/>
          </a:schemeClr>
        </a:solidFill>
      </dgm:spPr>
      <dgm:t>
        <a:bodyPr/>
        <a:lstStyle/>
        <a:p>
          <a:r>
            <a:rPr lang="de-DE" dirty="0" err="1"/>
            <a:t>Rectified</a:t>
          </a:r>
          <a:r>
            <a:rPr lang="de-DE" dirty="0"/>
            <a:t>_</a:t>
          </a:r>
          <a:br>
            <a:rPr lang="de-DE" dirty="0"/>
          </a:br>
          <a:r>
            <a:rPr lang="de-DE" dirty="0" err="1"/>
            <a:t>Image_Node</a:t>
          </a:r>
          <a:endParaRPr lang="de-DE" dirty="0"/>
        </a:p>
      </dgm:t>
    </dgm:pt>
    <dgm:pt modelId="{6DCFBE8B-F45F-409D-98FF-6AF3399A8835}" type="parTrans" cxnId="{B1FF62FC-500F-4616-B74E-9EF829F9ED89}">
      <dgm:prSet/>
      <dgm:spPr/>
      <dgm:t>
        <a:bodyPr/>
        <a:lstStyle/>
        <a:p>
          <a:endParaRPr lang="de-DE"/>
        </a:p>
      </dgm:t>
    </dgm:pt>
    <dgm:pt modelId="{FFFC7363-591D-4181-94FA-06D98E216F60}" type="sibTrans" cxnId="{B1FF62FC-500F-4616-B74E-9EF829F9ED89}">
      <dgm:prSet/>
      <dgm:spPr/>
      <dgm:t>
        <a:bodyPr/>
        <a:lstStyle/>
        <a:p>
          <a:endParaRPr lang="de-DE"/>
        </a:p>
      </dgm:t>
    </dgm:pt>
    <dgm:pt modelId="{F2DFE4AB-F198-4BE7-9E95-7149171FE726}">
      <dgm:prSet phldrT="[Text]"/>
      <dgm:spPr>
        <a:solidFill>
          <a:srgbClr val="AF708B"/>
        </a:solidFill>
      </dgm:spPr>
      <dgm:t>
        <a:bodyPr/>
        <a:lstStyle/>
        <a:p>
          <a:r>
            <a:rPr lang="de-DE" dirty="0"/>
            <a:t>Fahren …</a:t>
          </a:r>
        </a:p>
      </dgm:t>
    </dgm:pt>
    <dgm:pt modelId="{33C54E50-A561-4388-A802-44486C05B301}" type="parTrans" cxnId="{4E86E676-75D2-4B33-921D-DBAD52BB0428}">
      <dgm:prSet/>
      <dgm:spPr/>
      <dgm:t>
        <a:bodyPr/>
        <a:lstStyle/>
        <a:p>
          <a:endParaRPr lang="de-DE"/>
        </a:p>
      </dgm:t>
    </dgm:pt>
    <dgm:pt modelId="{CD996BCA-9739-49A7-BE4F-2023DB5DD4E7}" type="sibTrans" cxnId="{4E86E676-75D2-4B33-921D-DBAD52BB0428}">
      <dgm:prSet/>
      <dgm:spPr/>
      <dgm:t>
        <a:bodyPr/>
        <a:lstStyle/>
        <a:p>
          <a:endParaRPr lang="de-DE"/>
        </a:p>
      </dgm:t>
    </dgm:pt>
    <dgm:pt modelId="{71C14D5C-CD96-489B-ADDD-87A1DE0C1BAC}">
      <dgm:prSet phldrT="[Text]"/>
      <dgm:spPr>
        <a:solidFill>
          <a:schemeClr val="accent3">
            <a:lumMod val="60000"/>
            <a:lumOff val="40000"/>
          </a:schemeClr>
        </a:solidFill>
      </dgm:spPr>
      <dgm:t>
        <a:bodyPr/>
        <a:lstStyle/>
        <a:p>
          <a:r>
            <a:rPr lang="de-DE" dirty="0" err="1"/>
            <a:t>Follow_Line</a:t>
          </a:r>
          <a:r>
            <a:rPr lang="de-DE" dirty="0"/>
            <a:t>_</a:t>
          </a:r>
          <a:br>
            <a:rPr lang="de-DE" dirty="0"/>
          </a:br>
          <a:r>
            <a:rPr lang="de-DE" dirty="0"/>
            <a:t>Node</a:t>
          </a:r>
        </a:p>
      </dgm:t>
    </dgm:pt>
    <dgm:pt modelId="{34A86944-71BB-4DDA-8E47-01BD0A07169A}" type="parTrans" cxnId="{60DAF504-CD4E-467E-935C-56A827B5701A}">
      <dgm:prSet/>
      <dgm:spPr/>
      <dgm:t>
        <a:bodyPr/>
        <a:lstStyle/>
        <a:p>
          <a:endParaRPr lang="de-DE"/>
        </a:p>
      </dgm:t>
    </dgm:pt>
    <dgm:pt modelId="{45678C71-3D1A-48BC-AD73-1ADEB7132ED0}" type="sibTrans" cxnId="{60DAF504-CD4E-467E-935C-56A827B5701A}">
      <dgm:prSet/>
      <dgm:spPr/>
      <dgm:t>
        <a:bodyPr/>
        <a:lstStyle/>
        <a:p>
          <a:endParaRPr lang="de-DE"/>
        </a:p>
      </dgm:t>
    </dgm:pt>
    <dgm:pt modelId="{3343B077-7519-4707-BD28-9FED6DBEB7F6}">
      <dgm:prSet phldrT="[Text]"/>
      <dgm:spPr>
        <a:solidFill>
          <a:schemeClr val="accent3">
            <a:lumMod val="60000"/>
            <a:lumOff val="40000"/>
          </a:schemeClr>
        </a:solidFill>
      </dgm:spPr>
      <dgm:t>
        <a:bodyPr/>
        <a:lstStyle/>
        <a:p>
          <a:r>
            <a:rPr lang="de-DE" dirty="0"/>
            <a:t>Zusammenspiel der Nodes</a:t>
          </a:r>
        </a:p>
      </dgm:t>
    </dgm:pt>
    <dgm:pt modelId="{B1EE7652-AF9F-44A2-BFCC-2B2926D54E21}" type="parTrans" cxnId="{38F58492-B3D6-4F45-AC34-178A3B69984B}">
      <dgm:prSet/>
      <dgm:spPr/>
      <dgm:t>
        <a:bodyPr/>
        <a:lstStyle/>
        <a:p>
          <a:endParaRPr lang="de-DE"/>
        </a:p>
      </dgm:t>
    </dgm:pt>
    <dgm:pt modelId="{E567DC1F-55AB-4039-B21B-2648C259E916}" type="sibTrans" cxnId="{38F58492-B3D6-4F45-AC34-178A3B69984B}">
      <dgm:prSet/>
      <dgm:spPr/>
      <dgm:t>
        <a:bodyPr/>
        <a:lstStyle/>
        <a:p>
          <a:endParaRPr lang="de-DE"/>
        </a:p>
      </dgm:t>
    </dgm:pt>
    <dgm:pt modelId="{ED79C73E-6D7D-4AF0-9E53-C6CD2332565F}">
      <dgm:prSet phldrT="[Text]"/>
      <dgm:spPr>
        <a:solidFill>
          <a:schemeClr val="accent3">
            <a:lumMod val="60000"/>
            <a:lumOff val="40000"/>
          </a:schemeClr>
        </a:solidFill>
      </dgm:spPr>
      <dgm:t>
        <a:bodyPr/>
        <a:lstStyle/>
        <a:p>
          <a:r>
            <a:rPr lang="de-DE" dirty="0"/>
            <a:t>Birdseye_</a:t>
          </a:r>
          <a:br>
            <a:rPr lang="de-DE" dirty="0"/>
          </a:br>
          <a:r>
            <a:rPr lang="de-DE" dirty="0"/>
            <a:t>Node</a:t>
          </a:r>
        </a:p>
      </dgm:t>
    </dgm:pt>
    <dgm:pt modelId="{5AB82E1E-7994-490D-AA44-70359502D7C4}" type="parTrans" cxnId="{6A80D28F-4911-4498-ACB1-0C193D905790}">
      <dgm:prSet/>
      <dgm:spPr/>
      <dgm:t>
        <a:bodyPr/>
        <a:lstStyle/>
        <a:p>
          <a:endParaRPr lang="de-DE"/>
        </a:p>
      </dgm:t>
    </dgm:pt>
    <dgm:pt modelId="{0CDA27B2-F892-453F-82C8-8AFDD50A345D}" type="sibTrans" cxnId="{6A80D28F-4911-4498-ACB1-0C193D905790}">
      <dgm:prSet/>
      <dgm:spPr/>
      <dgm:t>
        <a:bodyPr/>
        <a:lstStyle/>
        <a:p>
          <a:endParaRPr lang="de-DE"/>
        </a:p>
      </dgm:t>
    </dgm:pt>
    <dgm:pt modelId="{55BF9A51-9442-43BD-A7B1-C08A52DC14C0}">
      <dgm:prSet phldrT="[Text]"/>
      <dgm:spPr>
        <a:solidFill>
          <a:schemeClr val="accent3">
            <a:lumMod val="60000"/>
            <a:lumOff val="40000"/>
          </a:schemeClr>
        </a:solidFill>
      </dgm:spPr>
      <dgm:t>
        <a:bodyPr/>
        <a:lstStyle/>
        <a:p>
          <a:r>
            <a:rPr lang="de-DE" dirty="0" err="1"/>
            <a:t>Birdseye_With</a:t>
          </a:r>
          <a:r>
            <a:rPr lang="de-DE" dirty="0"/>
            <a:t>_</a:t>
          </a:r>
          <a:br>
            <a:rPr lang="de-DE" dirty="0"/>
          </a:br>
          <a:r>
            <a:rPr lang="de-DE" dirty="0" err="1"/>
            <a:t>LiDAR_Node</a:t>
          </a:r>
          <a:endParaRPr lang="de-DE" dirty="0"/>
        </a:p>
      </dgm:t>
    </dgm:pt>
    <dgm:pt modelId="{35303BBC-8F7E-401F-BF22-4BC9073B9D54}" type="parTrans" cxnId="{C28BF138-10CE-4AE2-9596-685DFA3537FD}">
      <dgm:prSet/>
      <dgm:spPr/>
      <dgm:t>
        <a:bodyPr/>
        <a:lstStyle/>
        <a:p>
          <a:endParaRPr lang="de-DE"/>
        </a:p>
      </dgm:t>
    </dgm:pt>
    <dgm:pt modelId="{8D7E3942-A186-4806-8E81-4ADA6E3C59D1}" type="sibTrans" cxnId="{C28BF138-10CE-4AE2-9596-685DFA3537FD}">
      <dgm:prSet/>
      <dgm:spPr/>
      <dgm:t>
        <a:bodyPr/>
        <a:lstStyle/>
        <a:p>
          <a:endParaRPr lang="de-DE"/>
        </a:p>
      </dgm:t>
    </dgm:pt>
    <dgm:pt modelId="{2BAD27FF-08E8-4497-884B-917B02BC9AF2}" type="pres">
      <dgm:prSet presAssocID="{D55284EF-BC27-4DA5-9EDF-8AE4DDA7BC51}" presName="Name0" presStyleCnt="0">
        <dgm:presLayoutVars>
          <dgm:dir/>
          <dgm:resizeHandles val="exact"/>
        </dgm:presLayoutVars>
      </dgm:prSet>
      <dgm:spPr/>
    </dgm:pt>
    <dgm:pt modelId="{AA7F5C41-158D-4160-AA0E-A9E925436152}" type="pres">
      <dgm:prSet presAssocID="{F7E3C992-C657-49E7-ACA5-E42336492979}" presName="parTxOnly" presStyleLbl="node1" presStyleIdx="0" presStyleCnt="6">
        <dgm:presLayoutVars>
          <dgm:bulletEnabled val="1"/>
        </dgm:presLayoutVars>
      </dgm:prSet>
      <dgm:spPr/>
    </dgm:pt>
    <dgm:pt modelId="{A2B8D1D5-A327-4594-8646-B6998CA32020}" type="pres">
      <dgm:prSet presAssocID="{FFFC7363-591D-4181-94FA-06D98E216F60}" presName="parSpace" presStyleCnt="0"/>
      <dgm:spPr/>
    </dgm:pt>
    <dgm:pt modelId="{47E5C38D-7DBB-4591-AF37-3E0560EA7B5D}" type="pres">
      <dgm:prSet presAssocID="{ED79C73E-6D7D-4AF0-9E53-C6CD2332565F}" presName="parTxOnly" presStyleLbl="node1" presStyleIdx="1" presStyleCnt="6">
        <dgm:presLayoutVars>
          <dgm:bulletEnabled val="1"/>
        </dgm:presLayoutVars>
      </dgm:prSet>
      <dgm:spPr/>
    </dgm:pt>
    <dgm:pt modelId="{4317E639-6256-41AF-870C-B3C8032423C3}" type="pres">
      <dgm:prSet presAssocID="{0CDA27B2-F892-453F-82C8-8AFDD50A345D}" presName="parSpace" presStyleCnt="0"/>
      <dgm:spPr/>
    </dgm:pt>
    <dgm:pt modelId="{652A39D3-F429-44F0-B68F-2347DA867BC5}" type="pres">
      <dgm:prSet presAssocID="{55BF9A51-9442-43BD-A7B1-C08A52DC14C0}" presName="parTxOnly" presStyleLbl="node1" presStyleIdx="2" presStyleCnt="6">
        <dgm:presLayoutVars>
          <dgm:bulletEnabled val="1"/>
        </dgm:presLayoutVars>
      </dgm:prSet>
      <dgm:spPr/>
    </dgm:pt>
    <dgm:pt modelId="{EFBEC68C-933F-471C-BC32-536F9D7E6863}" type="pres">
      <dgm:prSet presAssocID="{8D7E3942-A186-4806-8E81-4ADA6E3C59D1}" presName="parSpace" presStyleCnt="0"/>
      <dgm:spPr/>
    </dgm:pt>
    <dgm:pt modelId="{FC39C9DF-4551-4D23-92BD-CAA8BC814F1D}" type="pres">
      <dgm:prSet presAssocID="{71C14D5C-CD96-489B-ADDD-87A1DE0C1BAC}" presName="parTxOnly" presStyleLbl="node1" presStyleIdx="3" presStyleCnt="6">
        <dgm:presLayoutVars>
          <dgm:bulletEnabled val="1"/>
        </dgm:presLayoutVars>
      </dgm:prSet>
      <dgm:spPr/>
    </dgm:pt>
    <dgm:pt modelId="{B323C126-7252-440E-9522-C0571B6268F3}" type="pres">
      <dgm:prSet presAssocID="{45678C71-3D1A-48BC-AD73-1ADEB7132ED0}" presName="parSpace" presStyleCnt="0"/>
      <dgm:spPr/>
    </dgm:pt>
    <dgm:pt modelId="{8ABCD2AC-1155-4856-95B0-CF641EB23FDE}" type="pres">
      <dgm:prSet presAssocID="{3343B077-7519-4707-BD28-9FED6DBEB7F6}" presName="parTxOnly" presStyleLbl="node1" presStyleIdx="4" presStyleCnt="6">
        <dgm:presLayoutVars>
          <dgm:bulletEnabled val="1"/>
        </dgm:presLayoutVars>
      </dgm:prSet>
      <dgm:spPr/>
    </dgm:pt>
    <dgm:pt modelId="{63C9D51B-E4B6-4C18-A94B-0C3C6D8A30E3}" type="pres">
      <dgm:prSet presAssocID="{E567DC1F-55AB-4039-B21B-2648C259E916}" presName="parSpace" presStyleCnt="0"/>
      <dgm:spPr/>
    </dgm:pt>
    <dgm:pt modelId="{75CC07CA-ADFD-4188-800F-E0E46DC27D0B}" type="pres">
      <dgm:prSet presAssocID="{F2DFE4AB-F198-4BE7-9E95-7149171FE726}" presName="parTxOnly" presStyleLbl="node1" presStyleIdx="5" presStyleCnt="6">
        <dgm:presLayoutVars>
          <dgm:bulletEnabled val="1"/>
        </dgm:presLayoutVars>
      </dgm:prSet>
      <dgm:spPr/>
    </dgm:pt>
  </dgm:ptLst>
  <dgm:cxnLst>
    <dgm:cxn modelId="{60DAF504-CD4E-467E-935C-56A827B5701A}" srcId="{D55284EF-BC27-4DA5-9EDF-8AE4DDA7BC51}" destId="{71C14D5C-CD96-489B-ADDD-87A1DE0C1BAC}" srcOrd="3" destOrd="0" parTransId="{34A86944-71BB-4DDA-8E47-01BD0A07169A}" sibTransId="{45678C71-3D1A-48BC-AD73-1ADEB7132ED0}"/>
    <dgm:cxn modelId="{144F4931-A73D-4D7B-8133-0828AAACE357}" type="presOf" srcId="{D55284EF-BC27-4DA5-9EDF-8AE4DDA7BC51}" destId="{2BAD27FF-08E8-4497-884B-917B02BC9AF2}" srcOrd="0" destOrd="0" presId="urn:microsoft.com/office/officeart/2005/8/layout/hChevron3"/>
    <dgm:cxn modelId="{C28BF138-10CE-4AE2-9596-685DFA3537FD}" srcId="{D55284EF-BC27-4DA5-9EDF-8AE4DDA7BC51}" destId="{55BF9A51-9442-43BD-A7B1-C08A52DC14C0}" srcOrd="2" destOrd="0" parTransId="{35303BBC-8F7E-401F-BF22-4BC9073B9D54}" sibTransId="{8D7E3942-A186-4806-8E81-4ADA6E3C59D1}"/>
    <dgm:cxn modelId="{D6725870-1BAE-4893-AB5E-49D5D3431F7A}" type="presOf" srcId="{F7E3C992-C657-49E7-ACA5-E42336492979}" destId="{AA7F5C41-158D-4160-AA0E-A9E925436152}" srcOrd="0" destOrd="0" presId="urn:microsoft.com/office/officeart/2005/8/layout/hChevron3"/>
    <dgm:cxn modelId="{9FB8DE75-937C-46FA-9A06-2E96FF13AF02}" type="presOf" srcId="{71C14D5C-CD96-489B-ADDD-87A1DE0C1BAC}" destId="{FC39C9DF-4551-4D23-92BD-CAA8BC814F1D}" srcOrd="0" destOrd="0" presId="urn:microsoft.com/office/officeart/2005/8/layout/hChevron3"/>
    <dgm:cxn modelId="{4E86E676-75D2-4B33-921D-DBAD52BB0428}" srcId="{D55284EF-BC27-4DA5-9EDF-8AE4DDA7BC51}" destId="{F2DFE4AB-F198-4BE7-9E95-7149171FE726}" srcOrd="5" destOrd="0" parTransId="{33C54E50-A561-4388-A802-44486C05B301}" sibTransId="{CD996BCA-9739-49A7-BE4F-2023DB5DD4E7}"/>
    <dgm:cxn modelId="{6A80D28F-4911-4498-ACB1-0C193D905790}" srcId="{D55284EF-BC27-4DA5-9EDF-8AE4DDA7BC51}" destId="{ED79C73E-6D7D-4AF0-9E53-C6CD2332565F}" srcOrd="1" destOrd="0" parTransId="{5AB82E1E-7994-490D-AA44-70359502D7C4}" sibTransId="{0CDA27B2-F892-453F-82C8-8AFDD50A345D}"/>
    <dgm:cxn modelId="{38F58492-B3D6-4F45-AC34-178A3B69984B}" srcId="{D55284EF-BC27-4DA5-9EDF-8AE4DDA7BC51}" destId="{3343B077-7519-4707-BD28-9FED6DBEB7F6}" srcOrd="4" destOrd="0" parTransId="{B1EE7652-AF9F-44A2-BFCC-2B2926D54E21}" sibTransId="{E567DC1F-55AB-4039-B21B-2648C259E916}"/>
    <dgm:cxn modelId="{11A8F5A3-DB94-40E7-B444-A0F28AD52A5B}" type="presOf" srcId="{55BF9A51-9442-43BD-A7B1-C08A52DC14C0}" destId="{652A39D3-F429-44F0-B68F-2347DA867BC5}" srcOrd="0" destOrd="0" presId="urn:microsoft.com/office/officeart/2005/8/layout/hChevron3"/>
    <dgm:cxn modelId="{287F16AB-8D8B-45D7-A777-AC424CCAE87F}" type="presOf" srcId="{F2DFE4AB-F198-4BE7-9E95-7149171FE726}" destId="{75CC07CA-ADFD-4188-800F-E0E46DC27D0B}" srcOrd="0" destOrd="0" presId="urn:microsoft.com/office/officeart/2005/8/layout/hChevron3"/>
    <dgm:cxn modelId="{4DBFDAE2-7757-4BB8-86B7-2F777E01497A}" type="presOf" srcId="{ED79C73E-6D7D-4AF0-9E53-C6CD2332565F}" destId="{47E5C38D-7DBB-4591-AF37-3E0560EA7B5D}" srcOrd="0" destOrd="0" presId="urn:microsoft.com/office/officeart/2005/8/layout/hChevron3"/>
    <dgm:cxn modelId="{B1FF62FC-500F-4616-B74E-9EF829F9ED89}" srcId="{D55284EF-BC27-4DA5-9EDF-8AE4DDA7BC51}" destId="{F7E3C992-C657-49E7-ACA5-E42336492979}" srcOrd="0" destOrd="0" parTransId="{6DCFBE8B-F45F-409D-98FF-6AF3399A8835}" sibTransId="{FFFC7363-591D-4181-94FA-06D98E216F60}"/>
    <dgm:cxn modelId="{7E596AFD-CD2C-4A67-AF26-1FED23BD0D0E}" type="presOf" srcId="{3343B077-7519-4707-BD28-9FED6DBEB7F6}" destId="{8ABCD2AC-1155-4856-95B0-CF641EB23FDE}" srcOrd="0" destOrd="0" presId="urn:microsoft.com/office/officeart/2005/8/layout/hChevron3"/>
    <dgm:cxn modelId="{B62AB937-B420-4240-BB4B-33C34ADC07E6}" type="presParOf" srcId="{2BAD27FF-08E8-4497-884B-917B02BC9AF2}" destId="{AA7F5C41-158D-4160-AA0E-A9E925436152}" srcOrd="0" destOrd="0" presId="urn:microsoft.com/office/officeart/2005/8/layout/hChevron3"/>
    <dgm:cxn modelId="{D28CA0A0-98EA-43C3-B18C-7267D04634BE}" type="presParOf" srcId="{2BAD27FF-08E8-4497-884B-917B02BC9AF2}" destId="{A2B8D1D5-A327-4594-8646-B6998CA32020}" srcOrd="1" destOrd="0" presId="urn:microsoft.com/office/officeart/2005/8/layout/hChevron3"/>
    <dgm:cxn modelId="{7F1169A3-36B2-4C7B-B1B8-4B7C5581E3CC}" type="presParOf" srcId="{2BAD27FF-08E8-4497-884B-917B02BC9AF2}" destId="{47E5C38D-7DBB-4591-AF37-3E0560EA7B5D}" srcOrd="2" destOrd="0" presId="urn:microsoft.com/office/officeart/2005/8/layout/hChevron3"/>
    <dgm:cxn modelId="{503ED590-C15C-49E3-930B-B96DE9338730}" type="presParOf" srcId="{2BAD27FF-08E8-4497-884B-917B02BC9AF2}" destId="{4317E639-6256-41AF-870C-B3C8032423C3}" srcOrd="3" destOrd="0" presId="urn:microsoft.com/office/officeart/2005/8/layout/hChevron3"/>
    <dgm:cxn modelId="{7F3A4DA1-7F0E-4B49-B10E-D4E502B8B430}" type="presParOf" srcId="{2BAD27FF-08E8-4497-884B-917B02BC9AF2}" destId="{652A39D3-F429-44F0-B68F-2347DA867BC5}" srcOrd="4" destOrd="0" presId="urn:microsoft.com/office/officeart/2005/8/layout/hChevron3"/>
    <dgm:cxn modelId="{B388A2BF-E91A-4947-B7B9-FC2DF2689F0B}" type="presParOf" srcId="{2BAD27FF-08E8-4497-884B-917B02BC9AF2}" destId="{EFBEC68C-933F-471C-BC32-536F9D7E6863}" srcOrd="5" destOrd="0" presId="urn:microsoft.com/office/officeart/2005/8/layout/hChevron3"/>
    <dgm:cxn modelId="{B5527E37-DB2E-48D8-A2A8-42E13E30630F}" type="presParOf" srcId="{2BAD27FF-08E8-4497-884B-917B02BC9AF2}" destId="{FC39C9DF-4551-4D23-92BD-CAA8BC814F1D}" srcOrd="6" destOrd="0" presId="urn:microsoft.com/office/officeart/2005/8/layout/hChevron3"/>
    <dgm:cxn modelId="{B50518CE-19BE-43C8-AA0E-8FC5B267D8A8}" type="presParOf" srcId="{2BAD27FF-08E8-4497-884B-917B02BC9AF2}" destId="{B323C126-7252-440E-9522-C0571B6268F3}" srcOrd="7" destOrd="0" presId="urn:microsoft.com/office/officeart/2005/8/layout/hChevron3"/>
    <dgm:cxn modelId="{F16FB9D1-21FF-4A81-A043-691D83C45CD6}" type="presParOf" srcId="{2BAD27FF-08E8-4497-884B-917B02BC9AF2}" destId="{8ABCD2AC-1155-4856-95B0-CF641EB23FDE}" srcOrd="8" destOrd="0" presId="urn:microsoft.com/office/officeart/2005/8/layout/hChevron3"/>
    <dgm:cxn modelId="{98E80C7B-D08D-4D50-B885-211CC8F6F8B2}" type="presParOf" srcId="{2BAD27FF-08E8-4497-884B-917B02BC9AF2}" destId="{63C9D51B-E4B6-4C18-A94B-0C3C6D8A30E3}" srcOrd="9" destOrd="0" presId="urn:microsoft.com/office/officeart/2005/8/layout/hChevron3"/>
    <dgm:cxn modelId="{F223E155-FB5A-49DD-90F2-04893646DA89}" type="presParOf" srcId="{2BAD27FF-08E8-4497-884B-917B02BC9AF2}" destId="{75CC07CA-ADFD-4188-800F-E0E46DC27D0B}" srcOrd="10" destOrd="0" presId="urn:microsoft.com/office/officeart/2005/8/layout/hChevron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7F5C41-158D-4160-AA0E-A9E925436152}">
      <dsp:nvSpPr>
        <dsp:cNvPr id="0" name=""/>
        <dsp:cNvSpPr/>
      </dsp:nvSpPr>
      <dsp:spPr>
        <a:xfrm>
          <a:off x="762" y="130177"/>
          <a:ext cx="1248648" cy="499459"/>
        </a:xfrm>
        <a:prstGeom prst="homePlate">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2672" tIns="21336" rIns="10668" bIns="21336" numCol="1" spcCol="1270" anchor="ctr" anchorCtr="0">
          <a:noAutofit/>
        </a:bodyPr>
        <a:lstStyle/>
        <a:p>
          <a:pPr marL="0" lvl="0" indent="0" algn="ctr" defTabSz="355600">
            <a:lnSpc>
              <a:spcPct val="90000"/>
            </a:lnSpc>
            <a:spcBef>
              <a:spcPct val="0"/>
            </a:spcBef>
            <a:spcAft>
              <a:spcPct val="35000"/>
            </a:spcAft>
            <a:buNone/>
          </a:pPr>
          <a:r>
            <a:rPr lang="de-DE" sz="800" kern="1200" dirty="0" err="1"/>
            <a:t>Rectified</a:t>
          </a:r>
          <a:r>
            <a:rPr lang="de-DE" sz="800" kern="1200" dirty="0"/>
            <a:t>_</a:t>
          </a:r>
          <a:br>
            <a:rPr lang="de-DE" sz="800" kern="1200" dirty="0"/>
          </a:br>
          <a:r>
            <a:rPr lang="de-DE" sz="800" kern="1200" dirty="0" err="1"/>
            <a:t>Image_Node</a:t>
          </a:r>
          <a:endParaRPr lang="de-DE" sz="800" kern="1200" dirty="0"/>
        </a:p>
      </dsp:txBody>
      <dsp:txXfrm>
        <a:off x="762" y="130177"/>
        <a:ext cx="1123783" cy="499459"/>
      </dsp:txXfrm>
    </dsp:sp>
    <dsp:sp modelId="{47E5C38D-7DBB-4591-AF37-3E0560EA7B5D}">
      <dsp:nvSpPr>
        <dsp:cNvPr id="0" name=""/>
        <dsp:cNvSpPr/>
      </dsp:nvSpPr>
      <dsp:spPr>
        <a:xfrm>
          <a:off x="999680" y="130177"/>
          <a:ext cx="1248648" cy="499459"/>
        </a:xfrm>
        <a:prstGeom prst="chevron">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21336" rIns="10668" bIns="21336" numCol="1" spcCol="1270" anchor="ctr" anchorCtr="0">
          <a:noAutofit/>
        </a:bodyPr>
        <a:lstStyle/>
        <a:p>
          <a:pPr marL="0" lvl="0" indent="0" algn="ctr" defTabSz="355600">
            <a:lnSpc>
              <a:spcPct val="90000"/>
            </a:lnSpc>
            <a:spcBef>
              <a:spcPct val="0"/>
            </a:spcBef>
            <a:spcAft>
              <a:spcPct val="35000"/>
            </a:spcAft>
            <a:buNone/>
          </a:pPr>
          <a:r>
            <a:rPr lang="de-DE" sz="800" kern="1200" dirty="0"/>
            <a:t>Birdseye_</a:t>
          </a:r>
          <a:br>
            <a:rPr lang="de-DE" sz="800" kern="1200" dirty="0"/>
          </a:br>
          <a:r>
            <a:rPr lang="de-DE" sz="800" kern="1200" dirty="0"/>
            <a:t>Node</a:t>
          </a:r>
        </a:p>
      </dsp:txBody>
      <dsp:txXfrm>
        <a:off x="1249410" y="130177"/>
        <a:ext cx="749189" cy="499459"/>
      </dsp:txXfrm>
    </dsp:sp>
    <dsp:sp modelId="{652A39D3-F429-44F0-B68F-2347DA867BC5}">
      <dsp:nvSpPr>
        <dsp:cNvPr id="0" name=""/>
        <dsp:cNvSpPr/>
      </dsp:nvSpPr>
      <dsp:spPr>
        <a:xfrm>
          <a:off x="1998599" y="130177"/>
          <a:ext cx="1248648" cy="499459"/>
        </a:xfrm>
        <a:prstGeom prst="chevron">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21336" rIns="10668" bIns="21336" numCol="1" spcCol="1270" anchor="ctr" anchorCtr="0">
          <a:noAutofit/>
        </a:bodyPr>
        <a:lstStyle/>
        <a:p>
          <a:pPr marL="0" lvl="0" indent="0" algn="ctr" defTabSz="355600">
            <a:lnSpc>
              <a:spcPct val="90000"/>
            </a:lnSpc>
            <a:spcBef>
              <a:spcPct val="0"/>
            </a:spcBef>
            <a:spcAft>
              <a:spcPct val="35000"/>
            </a:spcAft>
            <a:buNone/>
          </a:pPr>
          <a:r>
            <a:rPr lang="de-DE" sz="800" kern="1200" dirty="0" err="1"/>
            <a:t>Birdseye_With</a:t>
          </a:r>
          <a:r>
            <a:rPr lang="de-DE" sz="800" kern="1200" dirty="0"/>
            <a:t>_</a:t>
          </a:r>
          <a:br>
            <a:rPr lang="de-DE" sz="800" kern="1200" dirty="0"/>
          </a:br>
          <a:r>
            <a:rPr lang="de-DE" sz="800" kern="1200" dirty="0" err="1"/>
            <a:t>LiDAR_Node</a:t>
          </a:r>
          <a:endParaRPr lang="de-DE" sz="800" kern="1200" dirty="0"/>
        </a:p>
      </dsp:txBody>
      <dsp:txXfrm>
        <a:off x="2248329" y="130177"/>
        <a:ext cx="749189" cy="499459"/>
      </dsp:txXfrm>
    </dsp:sp>
    <dsp:sp modelId="{FC39C9DF-4551-4D23-92BD-CAA8BC814F1D}">
      <dsp:nvSpPr>
        <dsp:cNvPr id="0" name=""/>
        <dsp:cNvSpPr/>
      </dsp:nvSpPr>
      <dsp:spPr>
        <a:xfrm>
          <a:off x="2997517" y="130177"/>
          <a:ext cx="1248648" cy="499459"/>
        </a:xfrm>
        <a:prstGeom prst="chevron">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21336" rIns="10668" bIns="21336" numCol="1" spcCol="1270" anchor="ctr" anchorCtr="0">
          <a:noAutofit/>
        </a:bodyPr>
        <a:lstStyle/>
        <a:p>
          <a:pPr marL="0" lvl="0" indent="0" algn="ctr" defTabSz="355600">
            <a:lnSpc>
              <a:spcPct val="90000"/>
            </a:lnSpc>
            <a:spcBef>
              <a:spcPct val="0"/>
            </a:spcBef>
            <a:spcAft>
              <a:spcPct val="35000"/>
            </a:spcAft>
            <a:buNone/>
          </a:pPr>
          <a:r>
            <a:rPr lang="de-DE" sz="800" kern="1200" dirty="0" err="1"/>
            <a:t>Follow_Line</a:t>
          </a:r>
          <a:r>
            <a:rPr lang="de-DE" sz="800" kern="1200" dirty="0"/>
            <a:t>_</a:t>
          </a:r>
          <a:br>
            <a:rPr lang="de-DE" sz="800" kern="1200" dirty="0"/>
          </a:br>
          <a:r>
            <a:rPr lang="de-DE" sz="800" kern="1200" dirty="0"/>
            <a:t>Node</a:t>
          </a:r>
        </a:p>
      </dsp:txBody>
      <dsp:txXfrm>
        <a:off x="3247247" y="130177"/>
        <a:ext cx="749189" cy="499459"/>
      </dsp:txXfrm>
    </dsp:sp>
    <dsp:sp modelId="{8ABCD2AC-1155-4856-95B0-CF641EB23FDE}">
      <dsp:nvSpPr>
        <dsp:cNvPr id="0" name=""/>
        <dsp:cNvSpPr/>
      </dsp:nvSpPr>
      <dsp:spPr>
        <a:xfrm>
          <a:off x="3996436" y="130177"/>
          <a:ext cx="1248648" cy="499459"/>
        </a:xfrm>
        <a:prstGeom prst="chevron">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21336" rIns="10668" bIns="21336" numCol="1" spcCol="1270" anchor="ctr" anchorCtr="0">
          <a:noAutofit/>
        </a:bodyPr>
        <a:lstStyle/>
        <a:p>
          <a:pPr marL="0" lvl="0" indent="0" algn="ctr" defTabSz="355600">
            <a:lnSpc>
              <a:spcPct val="90000"/>
            </a:lnSpc>
            <a:spcBef>
              <a:spcPct val="0"/>
            </a:spcBef>
            <a:spcAft>
              <a:spcPct val="35000"/>
            </a:spcAft>
            <a:buNone/>
          </a:pPr>
          <a:r>
            <a:rPr lang="de-DE" sz="800" kern="1200" dirty="0"/>
            <a:t>Zusammenspiel der Nodes</a:t>
          </a:r>
        </a:p>
      </dsp:txBody>
      <dsp:txXfrm>
        <a:off x="4246166" y="130177"/>
        <a:ext cx="749189" cy="499459"/>
      </dsp:txXfrm>
    </dsp:sp>
    <dsp:sp modelId="{75CC07CA-ADFD-4188-800F-E0E46DC27D0B}">
      <dsp:nvSpPr>
        <dsp:cNvPr id="0" name=""/>
        <dsp:cNvSpPr/>
      </dsp:nvSpPr>
      <dsp:spPr>
        <a:xfrm>
          <a:off x="4995354" y="130177"/>
          <a:ext cx="1248648" cy="499459"/>
        </a:xfrm>
        <a:prstGeom prst="chevron">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21336" rIns="10668" bIns="21336" numCol="1" spcCol="1270" anchor="ctr" anchorCtr="0">
          <a:noAutofit/>
        </a:bodyPr>
        <a:lstStyle/>
        <a:p>
          <a:pPr marL="0" lvl="0" indent="0" algn="ctr" defTabSz="355600">
            <a:lnSpc>
              <a:spcPct val="90000"/>
            </a:lnSpc>
            <a:spcBef>
              <a:spcPct val="0"/>
            </a:spcBef>
            <a:spcAft>
              <a:spcPct val="35000"/>
            </a:spcAft>
            <a:buNone/>
          </a:pPr>
          <a:r>
            <a:rPr lang="de-DE" sz="800" kern="1200" dirty="0"/>
            <a:t>Fahren …</a:t>
          </a:r>
        </a:p>
      </dsp:txBody>
      <dsp:txXfrm>
        <a:off x="5245084" y="130177"/>
        <a:ext cx="749189" cy="49945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7F5C41-158D-4160-AA0E-A9E925436152}">
      <dsp:nvSpPr>
        <dsp:cNvPr id="0" name=""/>
        <dsp:cNvSpPr/>
      </dsp:nvSpPr>
      <dsp:spPr>
        <a:xfrm>
          <a:off x="762" y="130177"/>
          <a:ext cx="1248648" cy="499459"/>
        </a:xfrm>
        <a:prstGeom prst="homePlate">
          <a:avLst/>
        </a:prstGeom>
        <a:solidFill>
          <a:srgbClr val="AF708B"/>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2672" tIns="21336" rIns="10668" bIns="21336" numCol="1" spcCol="1270" anchor="ctr" anchorCtr="0">
          <a:noAutofit/>
        </a:bodyPr>
        <a:lstStyle/>
        <a:p>
          <a:pPr marL="0" lvl="0" indent="0" algn="ctr" defTabSz="355600">
            <a:lnSpc>
              <a:spcPct val="90000"/>
            </a:lnSpc>
            <a:spcBef>
              <a:spcPct val="0"/>
            </a:spcBef>
            <a:spcAft>
              <a:spcPct val="35000"/>
            </a:spcAft>
            <a:buNone/>
          </a:pPr>
          <a:r>
            <a:rPr lang="de-DE" sz="800" kern="1200" dirty="0" err="1"/>
            <a:t>Rectified</a:t>
          </a:r>
          <a:r>
            <a:rPr lang="de-DE" sz="800" kern="1200" dirty="0"/>
            <a:t>_</a:t>
          </a:r>
          <a:br>
            <a:rPr lang="de-DE" sz="800" kern="1200" dirty="0"/>
          </a:br>
          <a:r>
            <a:rPr lang="de-DE" sz="800" kern="1200" dirty="0" err="1"/>
            <a:t>Image_Node</a:t>
          </a:r>
          <a:endParaRPr lang="de-DE" sz="800" kern="1200" dirty="0"/>
        </a:p>
      </dsp:txBody>
      <dsp:txXfrm>
        <a:off x="762" y="130177"/>
        <a:ext cx="1123783" cy="499459"/>
      </dsp:txXfrm>
    </dsp:sp>
    <dsp:sp modelId="{47E5C38D-7DBB-4591-AF37-3E0560EA7B5D}">
      <dsp:nvSpPr>
        <dsp:cNvPr id="0" name=""/>
        <dsp:cNvSpPr/>
      </dsp:nvSpPr>
      <dsp:spPr>
        <a:xfrm>
          <a:off x="999680" y="130177"/>
          <a:ext cx="1248648" cy="499459"/>
        </a:xfrm>
        <a:prstGeom prst="chevron">
          <a:avLst/>
        </a:prstGeom>
        <a:solidFill>
          <a:schemeClr val="accent3">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21336" rIns="10668" bIns="21336" numCol="1" spcCol="1270" anchor="ctr" anchorCtr="0">
          <a:noAutofit/>
        </a:bodyPr>
        <a:lstStyle/>
        <a:p>
          <a:pPr marL="0" lvl="0" indent="0" algn="ctr" defTabSz="355600">
            <a:lnSpc>
              <a:spcPct val="90000"/>
            </a:lnSpc>
            <a:spcBef>
              <a:spcPct val="0"/>
            </a:spcBef>
            <a:spcAft>
              <a:spcPct val="35000"/>
            </a:spcAft>
            <a:buNone/>
          </a:pPr>
          <a:r>
            <a:rPr lang="de-DE" sz="800" kern="1200" dirty="0"/>
            <a:t>Birdseye_</a:t>
          </a:r>
          <a:br>
            <a:rPr lang="de-DE" sz="800" kern="1200" dirty="0"/>
          </a:br>
          <a:r>
            <a:rPr lang="de-DE" sz="800" kern="1200" dirty="0"/>
            <a:t>Node</a:t>
          </a:r>
        </a:p>
      </dsp:txBody>
      <dsp:txXfrm>
        <a:off x="1249410" y="130177"/>
        <a:ext cx="749189" cy="499459"/>
      </dsp:txXfrm>
    </dsp:sp>
    <dsp:sp modelId="{652A39D3-F429-44F0-B68F-2347DA867BC5}">
      <dsp:nvSpPr>
        <dsp:cNvPr id="0" name=""/>
        <dsp:cNvSpPr/>
      </dsp:nvSpPr>
      <dsp:spPr>
        <a:xfrm>
          <a:off x="1998599" y="130177"/>
          <a:ext cx="1248648" cy="499459"/>
        </a:xfrm>
        <a:prstGeom prst="chevron">
          <a:avLst/>
        </a:prstGeom>
        <a:solidFill>
          <a:schemeClr val="accent3">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21336" rIns="10668" bIns="21336" numCol="1" spcCol="1270" anchor="ctr" anchorCtr="0">
          <a:noAutofit/>
        </a:bodyPr>
        <a:lstStyle/>
        <a:p>
          <a:pPr marL="0" lvl="0" indent="0" algn="ctr" defTabSz="355600">
            <a:lnSpc>
              <a:spcPct val="90000"/>
            </a:lnSpc>
            <a:spcBef>
              <a:spcPct val="0"/>
            </a:spcBef>
            <a:spcAft>
              <a:spcPct val="35000"/>
            </a:spcAft>
            <a:buNone/>
          </a:pPr>
          <a:r>
            <a:rPr lang="de-DE" sz="800" kern="1200" dirty="0" err="1"/>
            <a:t>Birdseye_With</a:t>
          </a:r>
          <a:r>
            <a:rPr lang="de-DE" sz="800" kern="1200" dirty="0"/>
            <a:t>_</a:t>
          </a:r>
          <a:br>
            <a:rPr lang="de-DE" sz="800" kern="1200" dirty="0"/>
          </a:br>
          <a:r>
            <a:rPr lang="de-DE" sz="800" kern="1200" dirty="0" err="1"/>
            <a:t>LiDAR_Node</a:t>
          </a:r>
          <a:endParaRPr lang="de-DE" sz="800" kern="1200" dirty="0"/>
        </a:p>
      </dsp:txBody>
      <dsp:txXfrm>
        <a:off x="2248329" y="130177"/>
        <a:ext cx="749189" cy="499459"/>
      </dsp:txXfrm>
    </dsp:sp>
    <dsp:sp modelId="{FC39C9DF-4551-4D23-92BD-CAA8BC814F1D}">
      <dsp:nvSpPr>
        <dsp:cNvPr id="0" name=""/>
        <dsp:cNvSpPr/>
      </dsp:nvSpPr>
      <dsp:spPr>
        <a:xfrm>
          <a:off x="2997517" y="130177"/>
          <a:ext cx="1248648" cy="499459"/>
        </a:xfrm>
        <a:prstGeom prst="chevron">
          <a:avLst/>
        </a:prstGeom>
        <a:solidFill>
          <a:schemeClr val="accent3">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21336" rIns="10668" bIns="21336" numCol="1" spcCol="1270" anchor="ctr" anchorCtr="0">
          <a:noAutofit/>
        </a:bodyPr>
        <a:lstStyle/>
        <a:p>
          <a:pPr marL="0" lvl="0" indent="0" algn="ctr" defTabSz="355600">
            <a:lnSpc>
              <a:spcPct val="90000"/>
            </a:lnSpc>
            <a:spcBef>
              <a:spcPct val="0"/>
            </a:spcBef>
            <a:spcAft>
              <a:spcPct val="35000"/>
            </a:spcAft>
            <a:buNone/>
          </a:pPr>
          <a:r>
            <a:rPr lang="de-DE" sz="800" kern="1200" dirty="0" err="1"/>
            <a:t>Follow_Line</a:t>
          </a:r>
          <a:r>
            <a:rPr lang="de-DE" sz="800" kern="1200" dirty="0"/>
            <a:t>_</a:t>
          </a:r>
          <a:br>
            <a:rPr lang="de-DE" sz="800" kern="1200" dirty="0"/>
          </a:br>
          <a:r>
            <a:rPr lang="de-DE" sz="800" kern="1200" dirty="0"/>
            <a:t>Node</a:t>
          </a:r>
        </a:p>
      </dsp:txBody>
      <dsp:txXfrm>
        <a:off x="3247247" y="130177"/>
        <a:ext cx="749189" cy="499459"/>
      </dsp:txXfrm>
    </dsp:sp>
    <dsp:sp modelId="{8ABCD2AC-1155-4856-95B0-CF641EB23FDE}">
      <dsp:nvSpPr>
        <dsp:cNvPr id="0" name=""/>
        <dsp:cNvSpPr/>
      </dsp:nvSpPr>
      <dsp:spPr>
        <a:xfrm>
          <a:off x="3996436" y="130177"/>
          <a:ext cx="1248648" cy="499459"/>
        </a:xfrm>
        <a:prstGeom prst="chevron">
          <a:avLst/>
        </a:prstGeom>
        <a:solidFill>
          <a:schemeClr val="accent3">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21336" rIns="10668" bIns="21336" numCol="1" spcCol="1270" anchor="ctr" anchorCtr="0">
          <a:noAutofit/>
        </a:bodyPr>
        <a:lstStyle/>
        <a:p>
          <a:pPr marL="0" lvl="0" indent="0" algn="ctr" defTabSz="355600">
            <a:lnSpc>
              <a:spcPct val="90000"/>
            </a:lnSpc>
            <a:spcBef>
              <a:spcPct val="0"/>
            </a:spcBef>
            <a:spcAft>
              <a:spcPct val="35000"/>
            </a:spcAft>
            <a:buNone/>
          </a:pPr>
          <a:r>
            <a:rPr lang="de-DE" sz="800" kern="1200" dirty="0"/>
            <a:t>Zusammenspiel der Nodes</a:t>
          </a:r>
        </a:p>
      </dsp:txBody>
      <dsp:txXfrm>
        <a:off x="4246166" y="130177"/>
        <a:ext cx="749189" cy="499459"/>
      </dsp:txXfrm>
    </dsp:sp>
    <dsp:sp modelId="{75CC07CA-ADFD-4188-800F-E0E46DC27D0B}">
      <dsp:nvSpPr>
        <dsp:cNvPr id="0" name=""/>
        <dsp:cNvSpPr/>
      </dsp:nvSpPr>
      <dsp:spPr>
        <a:xfrm>
          <a:off x="4995354" y="130177"/>
          <a:ext cx="1248648" cy="499459"/>
        </a:xfrm>
        <a:prstGeom prst="chevron">
          <a:avLst/>
        </a:prstGeom>
        <a:solidFill>
          <a:schemeClr val="accent3">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21336" rIns="10668" bIns="21336" numCol="1" spcCol="1270" anchor="ctr" anchorCtr="0">
          <a:noAutofit/>
        </a:bodyPr>
        <a:lstStyle/>
        <a:p>
          <a:pPr marL="0" lvl="0" indent="0" algn="ctr" defTabSz="355600">
            <a:lnSpc>
              <a:spcPct val="90000"/>
            </a:lnSpc>
            <a:spcBef>
              <a:spcPct val="0"/>
            </a:spcBef>
            <a:spcAft>
              <a:spcPct val="35000"/>
            </a:spcAft>
            <a:buNone/>
          </a:pPr>
          <a:r>
            <a:rPr lang="de-DE" sz="800" kern="1200" dirty="0"/>
            <a:t>Fahren …</a:t>
          </a:r>
        </a:p>
      </dsp:txBody>
      <dsp:txXfrm>
        <a:off x="5245084" y="130177"/>
        <a:ext cx="749189" cy="49945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7F5C41-158D-4160-AA0E-A9E925436152}">
      <dsp:nvSpPr>
        <dsp:cNvPr id="0" name=""/>
        <dsp:cNvSpPr/>
      </dsp:nvSpPr>
      <dsp:spPr>
        <a:xfrm>
          <a:off x="762" y="130177"/>
          <a:ext cx="1248648" cy="499459"/>
        </a:xfrm>
        <a:prstGeom prst="homePlate">
          <a:avLst/>
        </a:prstGeom>
        <a:solidFill>
          <a:srgbClr val="AF708B"/>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2672" tIns="21336" rIns="10668" bIns="21336" numCol="1" spcCol="1270" anchor="ctr" anchorCtr="0">
          <a:noAutofit/>
        </a:bodyPr>
        <a:lstStyle/>
        <a:p>
          <a:pPr marL="0" lvl="0" indent="0" algn="ctr" defTabSz="355600">
            <a:lnSpc>
              <a:spcPct val="90000"/>
            </a:lnSpc>
            <a:spcBef>
              <a:spcPct val="0"/>
            </a:spcBef>
            <a:spcAft>
              <a:spcPct val="35000"/>
            </a:spcAft>
            <a:buNone/>
          </a:pPr>
          <a:r>
            <a:rPr lang="de-DE" sz="800" kern="1200" dirty="0" err="1"/>
            <a:t>Rectified</a:t>
          </a:r>
          <a:r>
            <a:rPr lang="de-DE" sz="800" kern="1200" dirty="0"/>
            <a:t>_</a:t>
          </a:r>
          <a:br>
            <a:rPr lang="de-DE" sz="800" kern="1200" dirty="0"/>
          </a:br>
          <a:r>
            <a:rPr lang="de-DE" sz="800" kern="1200" dirty="0" err="1"/>
            <a:t>Image_Node</a:t>
          </a:r>
          <a:endParaRPr lang="de-DE" sz="800" kern="1200" dirty="0"/>
        </a:p>
      </dsp:txBody>
      <dsp:txXfrm>
        <a:off x="762" y="130177"/>
        <a:ext cx="1123783" cy="499459"/>
      </dsp:txXfrm>
    </dsp:sp>
    <dsp:sp modelId="{47E5C38D-7DBB-4591-AF37-3E0560EA7B5D}">
      <dsp:nvSpPr>
        <dsp:cNvPr id="0" name=""/>
        <dsp:cNvSpPr/>
      </dsp:nvSpPr>
      <dsp:spPr>
        <a:xfrm>
          <a:off x="999680" y="130177"/>
          <a:ext cx="1248648" cy="499459"/>
        </a:xfrm>
        <a:prstGeom prst="chevron">
          <a:avLst/>
        </a:prstGeom>
        <a:solidFill>
          <a:schemeClr val="accent3">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21336" rIns="10668" bIns="21336" numCol="1" spcCol="1270" anchor="ctr" anchorCtr="0">
          <a:noAutofit/>
        </a:bodyPr>
        <a:lstStyle/>
        <a:p>
          <a:pPr marL="0" lvl="0" indent="0" algn="ctr" defTabSz="355600">
            <a:lnSpc>
              <a:spcPct val="90000"/>
            </a:lnSpc>
            <a:spcBef>
              <a:spcPct val="0"/>
            </a:spcBef>
            <a:spcAft>
              <a:spcPct val="35000"/>
            </a:spcAft>
            <a:buNone/>
          </a:pPr>
          <a:r>
            <a:rPr lang="de-DE" sz="800" kern="1200" dirty="0"/>
            <a:t>Birdseye_</a:t>
          </a:r>
          <a:br>
            <a:rPr lang="de-DE" sz="800" kern="1200" dirty="0"/>
          </a:br>
          <a:r>
            <a:rPr lang="de-DE" sz="800" kern="1200" dirty="0"/>
            <a:t>Node</a:t>
          </a:r>
        </a:p>
      </dsp:txBody>
      <dsp:txXfrm>
        <a:off x="1249410" y="130177"/>
        <a:ext cx="749189" cy="499459"/>
      </dsp:txXfrm>
    </dsp:sp>
    <dsp:sp modelId="{652A39D3-F429-44F0-B68F-2347DA867BC5}">
      <dsp:nvSpPr>
        <dsp:cNvPr id="0" name=""/>
        <dsp:cNvSpPr/>
      </dsp:nvSpPr>
      <dsp:spPr>
        <a:xfrm>
          <a:off x="1998599" y="130177"/>
          <a:ext cx="1248648" cy="499459"/>
        </a:xfrm>
        <a:prstGeom prst="chevron">
          <a:avLst/>
        </a:prstGeom>
        <a:solidFill>
          <a:schemeClr val="accent3">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21336" rIns="10668" bIns="21336" numCol="1" spcCol="1270" anchor="ctr" anchorCtr="0">
          <a:noAutofit/>
        </a:bodyPr>
        <a:lstStyle/>
        <a:p>
          <a:pPr marL="0" lvl="0" indent="0" algn="ctr" defTabSz="355600">
            <a:lnSpc>
              <a:spcPct val="90000"/>
            </a:lnSpc>
            <a:spcBef>
              <a:spcPct val="0"/>
            </a:spcBef>
            <a:spcAft>
              <a:spcPct val="35000"/>
            </a:spcAft>
            <a:buNone/>
          </a:pPr>
          <a:r>
            <a:rPr lang="de-DE" sz="800" kern="1200" dirty="0" err="1"/>
            <a:t>Birdseye_With</a:t>
          </a:r>
          <a:r>
            <a:rPr lang="de-DE" sz="800" kern="1200" dirty="0"/>
            <a:t>_</a:t>
          </a:r>
          <a:br>
            <a:rPr lang="de-DE" sz="800" kern="1200" dirty="0"/>
          </a:br>
          <a:r>
            <a:rPr lang="de-DE" sz="800" kern="1200" dirty="0" err="1"/>
            <a:t>LiDAR_Node</a:t>
          </a:r>
          <a:endParaRPr lang="de-DE" sz="800" kern="1200" dirty="0"/>
        </a:p>
      </dsp:txBody>
      <dsp:txXfrm>
        <a:off x="2248329" y="130177"/>
        <a:ext cx="749189" cy="499459"/>
      </dsp:txXfrm>
    </dsp:sp>
    <dsp:sp modelId="{FC39C9DF-4551-4D23-92BD-CAA8BC814F1D}">
      <dsp:nvSpPr>
        <dsp:cNvPr id="0" name=""/>
        <dsp:cNvSpPr/>
      </dsp:nvSpPr>
      <dsp:spPr>
        <a:xfrm>
          <a:off x="2997517" y="130177"/>
          <a:ext cx="1248648" cy="499459"/>
        </a:xfrm>
        <a:prstGeom prst="chevron">
          <a:avLst/>
        </a:prstGeom>
        <a:solidFill>
          <a:schemeClr val="accent3">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21336" rIns="10668" bIns="21336" numCol="1" spcCol="1270" anchor="ctr" anchorCtr="0">
          <a:noAutofit/>
        </a:bodyPr>
        <a:lstStyle/>
        <a:p>
          <a:pPr marL="0" lvl="0" indent="0" algn="ctr" defTabSz="355600">
            <a:lnSpc>
              <a:spcPct val="90000"/>
            </a:lnSpc>
            <a:spcBef>
              <a:spcPct val="0"/>
            </a:spcBef>
            <a:spcAft>
              <a:spcPct val="35000"/>
            </a:spcAft>
            <a:buNone/>
          </a:pPr>
          <a:r>
            <a:rPr lang="de-DE" sz="800" kern="1200" dirty="0" err="1"/>
            <a:t>Follow_Line</a:t>
          </a:r>
          <a:r>
            <a:rPr lang="de-DE" sz="800" kern="1200" dirty="0"/>
            <a:t>_</a:t>
          </a:r>
          <a:br>
            <a:rPr lang="de-DE" sz="800" kern="1200" dirty="0"/>
          </a:br>
          <a:r>
            <a:rPr lang="de-DE" sz="800" kern="1200" dirty="0"/>
            <a:t>Node</a:t>
          </a:r>
        </a:p>
      </dsp:txBody>
      <dsp:txXfrm>
        <a:off x="3247247" y="130177"/>
        <a:ext cx="749189" cy="499459"/>
      </dsp:txXfrm>
    </dsp:sp>
    <dsp:sp modelId="{8ABCD2AC-1155-4856-95B0-CF641EB23FDE}">
      <dsp:nvSpPr>
        <dsp:cNvPr id="0" name=""/>
        <dsp:cNvSpPr/>
      </dsp:nvSpPr>
      <dsp:spPr>
        <a:xfrm>
          <a:off x="3996436" y="130177"/>
          <a:ext cx="1248648" cy="499459"/>
        </a:xfrm>
        <a:prstGeom prst="chevron">
          <a:avLst/>
        </a:prstGeom>
        <a:solidFill>
          <a:schemeClr val="accent3">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21336" rIns="10668" bIns="21336" numCol="1" spcCol="1270" anchor="ctr" anchorCtr="0">
          <a:noAutofit/>
        </a:bodyPr>
        <a:lstStyle/>
        <a:p>
          <a:pPr marL="0" lvl="0" indent="0" algn="ctr" defTabSz="355600">
            <a:lnSpc>
              <a:spcPct val="90000"/>
            </a:lnSpc>
            <a:spcBef>
              <a:spcPct val="0"/>
            </a:spcBef>
            <a:spcAft>
              <a:spcPct val="35000"/>
            </a:spcAft>
            <a:buNone/>
          </a:pPr>
          <a:r>
            <a:rPr lang="de-DE" sz="800" kern="1200" dirty="0"/>
            <a:t>Zusammenspiel der Nodes</a:t>
          </a:r>
        </a:p>
      </dsp:txBody>
      <dsp:txXfrm>
        <a:off x="4246166" y="130177"/>
        <a:ext cx="749189" cy="499459"/>
      </dsp:txXfrm>
    </dsp:sp>
    <dsp:sp modelId="{75CC07CA-ADFD-4188-800F-E0E46DC27D0B}">
      <dsp:nvSpPr>
        <dsp:cNvPr id="0" name=""/>
        <dsp:cNvSpPr/>
      </dsp:nvSpPr>
      <dsp:spPr>
        <a:xfrm>
          <a:off x="4995354" y="130177"/>
          <a:ext cx="1248648" cy="499459"/>
        </a:xfrm>
        <a:prstGeom prst="chevron">
          <a:avLst/>
        </a:prstGeom>
        <a:solidFill>
          <a:schemeClr val="accent3">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21336" rIns="10668" bIns="21336" numCol="1" spcCol="1270" anchor="ctr" anchorCtr="0">
          <a:noAutofit/>
        </a:bodyPr>
        <a:lstStyle/>
        <a:p>
          <a:pPr marL="0" lvl="0" indent="0" algn="ctr" defTabSz="355600">
            <a:lnSpc>
              <a:spcPct val="90000"/>
            </a:lnSpc>
            <a:spcBef>
              <a:spcPct val="0"/>
            </a:spcBef>
            <a:spcAft>
              <a:spcPct val="35000"/>
            </a:spcAft>
            <a:buNone/>
          </a:pPr>
          <a:r>
            <a:rPr lang="de-DE" sz="800" kern="1200" dirty="0"/>
            <a:t>Fahren …</a:t>
          </a:r>
        </a:p>
      </dsp:txBody>
      <dsp:txXfrm>
        <a:off x="5245084" y="130177"/>
        <a:ext cx="749189" cy="49945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7F5C41-158D-4160-AA0E-A9E925436152}">
      <dsp:nvSpPr>
        <dsp:cNvPr id="0" name=""/>
        <dsp:cNvSpPr/>
      </dsp:nvSpPr>
      <dsp:spPr>
        <a:xfrm>
          <a:off x="762" y="130177"/>
          <a:ext cx="1248648" cy="499459"/>
        </a:xfrm>
        <a:prstGeom prst="homePlate">
          <a:avLst/>
        </a:prstGeom>
        <a:solidFill>
          <a:schemeClr val="accent3">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2672" tIns="21336" rIns="10668" bIns="21336" numCol="1" spcCol="1270" anchor="ctr" anchorCtr="0">
          <a:noAutofit/>
        </a:bodyPr>
        <a:lstStyle/>
        <a:p>
          <a:pPr marL="0" lvl="0" indent="0" algn="ctr" defTabSz="355600">
            <a:lnSpc>
              <a:spcPct val="90000"/>
            </a:lnSpc>
            <a:spcBef>
              <a:spcPct val="0"/>
            </a:spcBef>
            <a:spcAft>
              <a:spcPct val="35000"/>
            </a:spcAft>
            <a:buNone/>
          </a:pPr>
          <a:r>
            <a:rPr lang="de-DE" sz="800" kern="1200" dirty="0" err="1"/>
            <a:t>Rectified</a:t>
          </a:r>
          <a:r>
            <a:rPr lang="de-DE" sz="800" kern="1200" dirty="0"/>
            <a:t>_</a:t>
          </a:r>
          <a:br>
            <a:rPr lang="de-DE" sz="800" kern="1200" dirty="0"/>
          </a:br>
          <a:r>
            <a:rPr lang="de-DE" sz="800" kern="1200" dirty="0" err="1"/>
            <a:t>Image_Node</a:t>
          </a:r>
          <a:endParaRPr lang="de-DE" sz="800" kern="1200" dirty="0"/>
        </a:p>
      </dsp:txBody>
      <dsp:txXfrm>
        <a:off x="762" y="130177"/>
        <a:ext cx="1123783" cy="499459"/>
      </dsp:txXfrm>
    </dsp:sp>
    <dsp:sp modelId="{47E5C38D-7DBB-4591-AF37-3E0560EA7B5D}">
      <dsp:nvSpPr>
        <dsp:cNvPr id="0" name=""/>
        <dsp:cNvSpPr/>
      </dsp:nvSpPr>
      <dsp:spPr>
        <a:xfrm>
          <a:off x="999680" y="130177"/>
          <a:ext cx="1248648" cy="499459"/>
        </a:xfrm>
        <a:prstGeom prst="chevron">
          <a:avLst/>
        </a:prstGeom>
        <a:solidFill>
          <a:srgbClr val="AF708B"/>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21336" rIns="10668" bIns="21336" numCol="1" spcCol="1270" anchor="ctr" anchorCtr="0">
          <a:noAutofit/>
        </a:bodyPr>
        <a:lstStyle/>
        <a:p>
          <a:pPr marL="0" lvl="0" indent="0" algn="ctr" defTabSz="355600">
            <a:lnSpc>
              <a:spcPct val="90000"/>
            </a:lnSpc>
            <a:spcBef>
              <a:spcPct val="0"/>
            </a:spcBef>
            <a:spcAft>
              <a:spcPct val="35000"/>
            </a:spcAft>
            <a:buNone/>
          </a:pPr>
          <a:r>
            <a:rPr lang="de-DE" sz="800" kern="1200" dirty="0"/>
            <a:t>Birdseye_</a:t>
          </a:r>
          <a:br>
            <a:rPr lang="de-DE" sz="800" kern="1200" dirty="0"/>
          </a:br>
          <a:r>
            <a:rPr lang="de-DE" sz="800" kern="1200" dirty="0"/>
            <a:t>Node</a:t>
          </a:r>
        </a:p>
      </dsp:txBody>
      <dsp:txXfrm>
        <a:off x="1249410" y="130177"/>
        <a:ext cx="749189" cy="499459"/>
      </dsp:txXfrm>
    </dsp:sp>
    <dsp:sp modelId="{652A39D3-F429-44F0-B68F-2347DA867BC5}">
      <dsp:nvSpPr>
        <dsp:cNvPr id="0" name=""/>
        <dsp:cNvSpPr/>
      </dsp:nvSpPr>
      <dsp:spPr>
        <a:xfrm>
          <a:off x="1998599" y="130177"/>
          <a:ext cx="1248648" cy="499459"/>
        </a:xfrm>
        <a:prstGeom prst="chevron">
          <a:avLst/>
        </a:prstGeom>
        <a:solidFill>
          <a:schemeClr val="accent3">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21336" rIns="10668" bIns="21336" numCol="1" spcCol="1270" anchor="ctr" anchorCtr="0">
          <a:noAutofit/>
        </a:bodyPr>
        <a:lstStyle/>
        <a:p>
          <a:pPr marL="0" lvl="0" indent="0" algn="ctr" defTabSz="355600">
            <a:lnSpc>
              <a:spcPct val="90000"/>
            </a:lnSpc>
            <a:spcBef>
              <a:spcPct val="0"/>
            </a:spcBef>
            <a:spcAft>
              <a:spcPct val="35000"/>
            </a:spcAft>
            <a:buNone/>
          </a:pPr>
          <a:r>
            <a:rPr lang="de-DE" sz="800" kern="1200" dirty="0" err="1"/>
            <a:t>Birdseye_With</a:t>
          </a:r>
          <a:r>
            <a:rPr lang="de-DE" sz="800" kern="1200" dirty="0"/>
            <a:t>_</a:t>
          </a:r>
          <a:br>
            <a:rPr lang="de-DE" sz="800" kern="1200" dirty="0"/>
          </a:br>
          <a:r>
            <a:rPr lang="de-DE" sz="800" kern="1200" dirty="0" err="1"/>
            <a:t>LiDAR_Node</a:t>
          </a:r>
          <a:endParaRPr lang="de-DE" sz="800" kern="1200" dirty="0"/>
        </a:p>
      </dsp:txBody>
      <dsp:txXfrm>
        <a:off x="2248329" y="130177"/>
        <a:ext cx="749189" cy="499459"/>
      </dsp:txXfrm>
    </dsp:sp>
    <dsp:sp modelId="{FC39C9DF-4551-4D23-92BD-CAA8BC814F1D}">
      <dsp:nvSpPr>
        <dsp:cNvPr id="0" name=""/>
        <dsp:cNvSpPr/>
      </dsp:nvSpPr>
      <dsp:spPr>
        <a:xfrm>
          <a:off x="2997517" y="130177"/>
          <a:ext cx="1248648" cy="499459"/>
        </a:xfrm>
        <a:prstGeom prst="chevron">
          <a:avLst/>
        </a:prstGeom>
        <a:solidFill>
          <a:schemeClr val="accent3">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21336" rIns="10668" bIns="21336" numCol="1" spcCol="1270" anchor="ctr" anchorCtr="0">
          <a:noAutofit/>
        </a:bodyPr>
        <a:lstStyle/>
        <a:p>
          <a:pPr marL="0" lvl="0" indent="0" algn="ctr" defTabSz="355600">
            <a:lnSpc>
              <a:spcPct val="90000"/>
            </a:lnSpc>
            <a:spcBef>
              <a:spcPct val="0"/>
            </a:spcBef>
            <a:spcAft>
              <a:spcPct val="35000"/>
            </a:spcAft>
            <a:buNone/>
          </a:pPr>
          <a:r>
            <a:rPr lang="de-DE" sz="800" kern="1200" dirty="0" err="1"/>
            <a:t>Follow_Line</a:t>
          </a:r>
          <a:r>
            <a:rPr lang="de-DE" sz="800" kern="1200" dirty="0"/>
            <a:t>_</a:t>
          </a:r>
          <a:br>
            <a:rPr lang="de-DE" sz="800" kern="1200" dirty="0"/>
          </a:br>
          <a:r>
            <a:rPr lang="de-DE" sz="800" kern="1200" dirty="0"/>
            <a:t>Node</a:t>
          </a:r>
        </a:p>
      </dsp:txBody>
      <dsp:txXfrm>
        <a:off x="3247247" y="130177"/>
        <a:ext cx="749189" cy="499459"/>
      </dsp:txXfrm>
    </dsp:sp>
    <dsp:sp modelId="{8ABCD2AC-1155-4856-95B0-CF641EB23FDE}">
      <dsp:nvSpPr>
        <dsp:cNvPr id="0" name=""/>
        <dsp:cNvSpPr/>
      </dsp:nvSpPr>
      <dsp:spPr>
        <a:xfrm>
          <a:off x="3996436" y="130177"/>
          <a:ext cx="1248648" cy="499459"/>
        </a:xfrm>
        <a:prstGeom prst="chevron">
          <a:avLst/>
        </a:prstGeom>
        <a:solidFill>
          <a:schemeClr val="accent3">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21336" rIns="10668" bIns="21336" numCol="1" spcCol="1270" anchor="ctr" anchorCtr="0">
          <a:noAutofit/>
        </a:bodyPr>
        <a:lstStyle/>
        <a:p>
          <a:pPr marL="0" lvl="0" indent="0" algn="ctr" defTabSz="355600">
            <a:lnSpc>
              <a:spcPct val="90000"/>
            </a:lnSpc>
            <a:spcBef>
              <a:spcPct val="0"/>
            </a:spcBef>
            <a:spcAft>
              <a:spcPct val="35000"/>
            </a:spcAft>
            <a:buNone/>
          </a:pPr>
          <a:r>
            <a:rPr lang="de-DE" sz="800" kern="1200" dirty="0"/>
            <a:t>Zusammenspiel der Nodes</a:t>
          </a:r>
        </a:p>
      </dsp:txBody>
      <dsp:txXfrm>
        <a:off x="4246166" y="130177"/>
        <a:ext cx="749189" cy="499459"/>
      </dsp:txXfrm>
    </dsp:sp>
    <dsp:sp modelId="{75CC07CA-ADFD-4188-800F-E0E46DC27D0B}">
      <dsp:nvSpPr>
        <dsp:cNvPr id="0" name=""/>
        <dsp:cNvSpPr/>
      </dsp:nvSpPr>
      <dsp:spPr>
        <a:xfrm>
          <a:off x="4995354" y="130177"/>
          <a:ext cx="1248648" cy="499459"/>
        </a:xfrm>
        <a:prstGeom prst="chevron">
          <a:avLst/>
        </a:prstGeom>
        <a:solidFill>
          <a:schemeClr val="accent3">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21336" rIns="10668" bIns="21336" numCol="1" spcCol="1270" anchor="ctr" anchorCtr="0">
          <a:noAutofit/>
        </a:bodyPr>
        <a:lstStyle/>
        <a:p>
          <a:pPr marL="0" lvl="0" indent="0" algn="ctr" defTabSz="355600">
            <a:lnSpc>
              <a:spcPct val="90000"/>
            </a:lnSpc>
            <a:spcBef>
              <a:spcPct val="0"/>
            </a:spcBef>
            <a:spcAft>
              <a:spcPct val="35000"/>
            </a:spcAft>
            <a:buNone/>
          </a:pPr>
          <a:r>
            <a:rPr lang="de-DE" sz="800" kern="1200" dirty="0"/>
            <a:t>Fahren …</a:t>
          </a:r>
        </a:p>
      </dsp:txBody>
      <dsp:txXfrm>
        <a:off x="5245084" y="130177"/>
        <a:ext cx="749189" cy="49945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7F5C41-158D-4160-AA0E-A9E925436152}">
      <dsp:nvSpPr>
        <dsp:cNvPr id="0" name=""/>
        <dsp:cNvSpPr/>
      </dsp:nvSpPr>
      <dsp:spPr>
        <a:xfrm>
          <a:off x="762" y="130177"/>
          <a:ext cx="1248648" cy="499459"/>
        </a:xfrm>
        <a:prstGeom prst="homePlate">
          <a:avLst/>
        </a:prstGeom>
        <a:solidFill>
          <a:schemeClr val="accent3">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2672" tIns="21336" rIns="10668" bIns="21336" numCol="1" spcCol="1270" anchor="ctr" anchorCtr="0">
          <a:noAutofit/>
        </a:bodyPr>
        <a:lstStyle/>
        <a:p>
          <a:pPr marL="0" lvl="0" indent="0" algn="ctr" defTabSz="355600">
            <a:lnSpc>
              <a:spcPct val="90000"/>
            </a:lnSpc>
            <a:spcBef>
              <a:spcPct val="0"/>
            </a:spcBef>
            <a:spcAft>
              <a:spcPct val="35000"/>
            </a:spcAft>
            <a:buNone/>
          </a:pPr>
          <a:r>
            <a:rPr lang="de-DE" sz="800" kern="1200" dirty="0" err="1"/>
            <a:t>Rectified</a:t>
          </a:r>
          <a:r>
            <a:rPr lang="de-DE" sz="800" kern="1200" dirty="0"/>
            <a:t>_</a:t>
          </a:r>
          <a:br>
            <a:rPr lang="de-DE" sz="800" kern="1200" dirty="0"/>
          </a:br>
          <a:r>
            <a:rPr lang="de-DE" sz="800" kern="1200" dirty="0" err="1"/>
            <a:t>Image_Node</a:t>
          </a:r>
          <a:endParaRPr lang="de-DE" sz="800" kern="1200" dirty="0"/>
        </a:p>
      </dsp:txBody>
      <dsp:txXfrm>
        <a:off x="762" y="130177"/>
        <a:ext cx="1123783" cy="499459"/>
      </dsp:txXfrm>
    </dsp:sp>
    <dsp:sp modelId="{47E5C38D-7DBB-4591-AF37-3E0560EA7B5D}">
      <dsp:nvSpPr>
        <dsp:cNvPr id="0" name=""/>
        <dsp:cNvSpPr/>
      </dsp:nvSpPr>
      <dsp:spPr>
        <a:xfrm>
          <a:off x="999680" y="130177"/>
          <a:ext cx="1248648" cy="499459"/>
        </a:xfrm>
        <a:prstGeom prst="chevron">
          <a:avLst/>
        </a:prstGeom>
        <a:solidFill>
          <a:srgbClr val="AF708B"/>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21336" rIns="10668" bIns="21336" numCol="1" spcCol="1270" anchor="ctr" anchorCtr="0">
          <a:noAutofit/>
        </a:bodyPr>
        <a:lstStyle/>
        <a:p>
          <a:pPr marL="0" lvl="0" indent="0" algn="ctr" defTabSz="355600">
            <a:lnSpc>
              <a:spcPct val="90000"/>
            </a:lnSpc>
            <a:spcBef>
              <a:spcPct val="0"/>
            </a:spcBef>
            <a:spcAft>
              <a:spcPct val="35000"/>
            </a:spcAft>
            <a:buNone/>
          </a:pPr>
          <a:r>
            <a:rPr lang="de-DE" sz="800" kern="1200" dirty="0"/>
            <a:t>Birdseye_</a:t>
          </a:r>
          <a:br>
            <a:rPr lang="de-DE" sz="800" kern="1200" dirty="0"/>
          </a:br>
          <a:r>
            <a:rPr lang="de-DE" sz="800" kern="1200" dirty="0"/>
            <a:t>Node</a:t>
          </a:r>
        </a:p>
      </dsp:txBody>
      <dsp:txXfrm>
        <a:off x="1249410" y="130177"/>
        <a:ext cx="749189" cy="499459"/>
      </dsp:txXfrm>
    </dsp:sp>
    <dsp:sp modelId="{652A39D3-F429-44F0-B68F-2347DA867BC5}">
      <dsp:nvSpPr>
        <dsp:cNvPr id="0" name=""/>
        <dsp:cNvSpPr/>
      </dsp:nvSpPr>
      <dsp:spPr>
        <a:xfrm>
          <a:off x="1998599" y="130177"/>
          <a:ext cx="1248648" cy="499459"/>
        </a:xfrm>
        <a:prstGeom prst="chevron">
          <a:avLst/>
        </a:prstGeom>
        <a:solidFill>
          <a:schemeClr val="accent3">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21336" rIns="10668" bIns="21336" numCol="1" spcCol="1270" anchor="ctr" anchorCtr="0">
          <a:noAutofit/>
        </a:bodyPr>
        <a:lstStyle/>
        <a:p>
          <a:pPr marL="0" lvl="0" indent="0" algn="ctr" defTabSz="355600">
            <a:lnSpc>
              <a:spcPct val="90000"/>
            </a:lnSpc>
            <a:spcBef>
              <a:spcPct val="0"/>
            </a:spcBef>
            <a:spcAft>
              <a:spcPct val="35000"/>
            </a:spcAft>
            <a:buNone/>
          </a:pPr>
          <a:r>
            <a:rPr lang="de-DE" sz="800" kern="1200" dirty="0" err="1"/>
            <a:t>Birdseye_With</a:t>
          </a:r>
          <a:r>
            <a:rPr lang="de-DE" sz="800" kern="1200" dirty="0"/>
            <a:t>_</a:t>
          </a:r>
          <a:br>
            <a:rPr lang="de-DE" sz="800" kern="1200" dirty="0"/>
          </a:br>
          <a:r>
            <a:rPr lang="de-DE" sz="800" kern="1200" dirty="0" err="1"/>
            <a:t>LiDAR_Node</a:t>
          </a:r>
          <a:endParaRPr lang="de-DE" sz="800" kern="1200" dirty="0"/>
        </a:p>
      </dsp:txBody>
      <dsp:txXfrm>
        <a:off x="2248329" y="130177"/>
        <a:ext cx="749189" cy="499459"/>
      </dsp:txXfrm>
    </dsp:sp>
    <dsp:sp modelId="{FC39C9DF-4551-4D23-92BD-CAA8BC814F1D}">
      <dsp:nvSpPr>
        <dsp:cNvPr id="0" name=""/>
        <dsp:cNvSpPr/>
      </dsp:nvSpPr>
      <dsp:spPr>
        <a:xfrm>
          <a:off x="2997517" y="130177"/>
          <a:ext cx="1248648" cy="499459"/>
        </a:xfrm>
        <a:prstGeom prst="chevron">
          <a:avLst/>
        </a:prstGeom>
        <a:solidFill>
          <a:schemeClr val="accent3">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21336" rIns="10668" bIns="21336" numCol="1" spcCol="1270" anchor="ctr" anchorCtr="0">
          <a:noAutofit/>
        </a:bodyPr>
        <a:lstStyle/>
        <a:p>
          <a:pPr marL="0" lvl="0" indent="0" algn="ctr" defTabSz="355600">
            <a:lnSpc>
              <a:spcPct val="90000"/>
            </a:lnSpc>
            <a:spcBef>
              <a:spcPct val="0"/>
            </a:spcBef>
            <a:spcAft>
              <a:spcPct val="35000"/>
            </a:spcAft>
            <a:buNone/>
          </a:pPr>
          <a:r>
            <a:rPr lang="de-DE" sz="800" kern="1200" dirty="0" err="1"/>
            <a:t>Follow_Line</a:t>
          </a:r>
          <a:r>
            <a:rPr lang="de-DE" sz="800" kern="1200" dirty="0"/>
            <a:t>_</a:t>
          </a:r>
          <a:br>
            <a:rPr lang="de-DE" sz="800" kern="1200" dirty="0"/>
          </a:br>
          <a:r>
            <a:rPr lang="de-DE" sz="800" kern="1200" dirty="0"/>
            <a:t>Node</a:t>
          </a:r>
        </a:p>
      </dsp:txBody>
      <dsp:txXfrm>
        <a:off x="3247247" y="130177"/>
        <a:ext cx="749189" cy="499459"/>
      </dsp:txXfrm>
    </dsp:sp>
    <dsp:sp modelId="{8ABCD2AC-1155-4856-95B0-CF641EB23FDE}">
      <dsp:nvSpPr>
        <dsp:cNvPr id="0" name=""/>
        <dsp:cNvSpPr/>
      </dsp:nvSpPr>
      <dsp:spPr>
        <a:xfrm>
          <a:off x="3996436" y="130177"/>
          <a:ext cx="1248648" cy="499459"/>
        </a:xfrm>
        <a:prstGeom prst="chevron">
          <a:avLst/>
        </a:prstGeom>
        <a:solidFill>
          <a:schemeClr val="accent3">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21336" rIns="10668" bIns="21336" numCol="1" spcCol="1270" anchor="ctr" anchorCtr="0">
          <a:noAutofit/>
        </a:bodyPr>
        <a:lstStyle/>
        <a:p>
          <a:pPr marL="0" lvl="0" indent="0" algn="ctr" defTabSz="355600">
            <a:lnSpc>
              <a:spcPct val="90000"/>
            </a:lnSpc>
            <a:spcBef>
              <a:spcPct val="0"/>
            </a:spcBef>
            <a:spcAft>
              <a:spcPct val="35000"/>
            </a:spcAft>
            <a:buNone/>
          </a:pPr>
          <a:r>
            <a:rPr lang="de-DE" sz="800" kern="1200" dirty="0"/>
            <a:t>Zusammenspiel der Nodes</a:t>
          </a:r>
        </a:p>
      </dsp:txBody>
      <dsp:txXfrm>
        <a:off x="4246166" y="130177"/>
        <a:ext cx="749189" cy="499459"/>
      </dsp:txXfrm>
    </dsp:sp>
    <dsp:sp modelId="{75CC07CA-ADFD-4188-800F-E0E46DC27D0B}">
      <dsp:nvSpPr>
        <dsp:cNvPr id="0" name=""/>
        <dsp:cNvSpPr/>
      </dsp:nvSpPr>
      <dsp:spPr>
        <a:xfrm>
          <a:off x="4995354" y="130177"/>
          <a:ext cx="1248648" cy="499459"/>
        </a:xfrm>
        <a:prstGeom prst="chevron">
          <a:avLst/>
        </a:prstGeom>
        <a:solidFill>
          <a:schemeClr val="accent3">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21336" rIns="10668" bIns="21336" numCol="1" spcCol="1270" anchor="ctr" anchorCtr="0">
          <a:noAutofit/>
        </a:bodyPr>
        <a:lstStyle/>
        <a:p>
          <a:pPr marL="0" lvl="0" indent="0" algn="ctr" defTabSz="355600">
            <a:lnSpc>
              <a:spcPct val="90000"/>
            </a:lnSpc>
            <a:spcBef>
              <a:spcPct val="0"/>
            </a:spcBef>
            <a:spcAft>
              <a:spcPct val="35000"/>
            </a:spcAft>
            <a:buNone/>
          </a:pPr>
          <a:r>
            <a:rPr lang="de-DE" sz="800" kern="1200" dirty="0"/>
            <a:t>Fahren …</a:t>
          </a:r>
        </a:p>
      </dsp:txBody>
      <dsp:txXfrm>
        <a:off x="5245084" y="130177"/>
        <a:ext cx="749189" cy="49945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7F5C41-158D-4160-AA0E-A9E925436152}">
      <dsp:nvSpPr>
        <dsp:cNvPr id="0" name=""/>
        <dsp:cNvSpPr/>
      </dsp:nvSpPr>
      <dsp:spPr>
        <a:xfrm>
          <a:off x="762" y="130177"/>
          <a:ext cx="1248648" cy="499459"/>
        </a:xfrm>
        <a:prstGeom prst="homePlate">
          <a:avLst/>
        </a:prstGeom>
        <a:solidFill>
          <a:schemeClr val="accent3">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2672" tIns="21336" rIns="10668" bIns="21336" numCol="1" spcCol="1270" anchor="ctr" anchorCtr="0">
          <a:noAutofit/>
        </a:bodyPr>
        <a:lstStyle/>
        <a:p>
          <a:pPr marL="0" lvl="0" indent="0" algn="ctr" defTabSz="355600">
            <a:lnSpc>
              <a:spcPct val="90000"/>
            </a:lnSpc>
            <a:spcBef>
              <a:spcPct val="0"/>
            </a:spcBef>
            <a:spcAft>
              <a:spcPct val="35000"/>
            </a:spcAft>
            <a:buNone/>
          </a:pPr>
          <a:r>
            <a:rPr lang="de-DE" sz="800" kern="1200" dirty="0" err="1"/>
            <a:t>Rectified</a:t>
          </a:r>
          <a:r>
            <a:rPr lang="de-DE" sz="800" kern="1200" dirty="0"/>
            <a:t>_</a:t>
          </a:r>
          <a:br>
            <a:rPr lang="de-DE" sz="800" kern="1200" dirty="0"/>
          </a:br>
          <a:r>
            <a:rPr lang="de-DE" sz="800" kern="1200" dirty="0" err="1"/>
            <a:t>Image_Node</a:t>
          </a:r>
          <a:endParaRPr lang="de-DE" sz="800" kern="1200" dirty="0"/>
        </a:p>
      </dsp:txBody>
      <dsp:txXfrm>
        <a:off x="762" y="130177"/>
        <a:ext cx="1123783" cy="499459"/>
      </dsp:txXfrm>
    </dsp:sp>
    <dsp:sp modelId="{47E5C38D-7DBB-4591-AF37-3E0560EA7B5D}">
      <dsp:nvSpPr>
        <dsp:cNvPr id="0" name=""/>
        <dsp:cNvSpPr/>
      </dsp:nvSpPr>
      <dsp:spPr>
        <a:xfrm>
          <a:off x="999680" y="130177"/>
          <a:ext cx="1248648" cy="499459"/>
        </a:xfrm>
        <a:prstGeom prst="chevron">
          <a:avLst/>
        </a:prstGeom>
        <a:solidFill>
          <a:srgbClr val="AF708B"/>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21336" rIns="10668" bIns="21336" numCol="1" spcCol="1270" anchor="ctr" anchorCtr="0">
          <a:noAutofit/>
        </a:bodyPr>
        <a:lstStyle/>
        <a:p>
          <a:pPr marL="0" lvl="0" indent="0" algn="ctr" defTabSz="355600">
            <a:lnSpc>
              <a:spcPct val="90000"/>
            </a:lnSpc>
            <a:spcBef>
              <a:spcPct val="0"/>
            </a:spcBef>
            <a:spcAft>
              <a:spcPct val="35000"/>
            </a:spcAft>
            <a:buNone/>
          </a:pPr>
          <a:r>
            <a:rPr lang="de-DE" sz="800" kern="1200" dirty="0"/>
            <a:t>Birdseye_</a:t>
          </a:r>
          <a:br>
            <a:rPr lang="de-DE" sz="800" kern="1200" dirty="0"/>
          </a:br>
          <a:r>
            <a:rPr lang="de-DE" sz="800" kern="1200" dirty="0"/>
            <a:t>Node</a:t>
          </a:r>
        </a:p>
      </dsp:txBody>
      <dsp:txXfrm>
        <a:off x="1249410" y="130177"/>
        <a:ext cx="749189" cy="499459"/>
      </dsp:txXfrm>
    </dsp:sp>
    <dsp:sp modelId="{652A39D3-F429-44F0-B68F-2347DA867BC5}">
      <dsp:nvSpPr>
        <dsp:cNvPr id="0" name=""/>
        <dsp:cNvSpPr/>
      </dsp:nvSpPr>
      <dsp:spPr>
        <a:xfrm>
          <a:off x="1998599" y="130177"/>
          <a:ext cx="1248648" cy="499459"/>
        </a:xfrm>
        <a:prstGeom prst="chevron">
          <a:avLst/>
        </a:prstGeom>
        <a:solidFill>
          <a:schemeClr val="accent3">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21336" rIns="10668" bIns="21336" numCol="1" spcCol="1270" anchor="ctr" anchorCtr="0">
          <a:noAutofit/>
        </a:bodyPr>
        <a:lstStyle/>
        <a:p>
          <a:pPr marL="0" lvl="0" indent="0" algn="ctr" defTabSz="355600">
            <a:lnSpc>
              <a:spcPct val="90000"/>
            </a:lnSpc>
            <a:spcBef>
              <a:spcPct val="0"/>
            </a:spcBef>
            <a:spcAft>
              <a:spcPct val="35000"/>
            </a:spcAft>
            <a:buNone/>
          </a:pPr>
          <a:r>
            <a:rPr lang="de-DE" sz="800" kern="1200" dirty="0" err="1"/>
            <a:t>Birdseye_With</a:t>
          </a:r>
          <a:r>
            <a:rPr lang="de-DE" sz="800" kern="1200" dirty="0"/>
            <a:t>_</a:t>
          </a:r>
          <a:br>
            <a:rPr lang="de-DE" sz="800" kern="1200" dirty="0"/>
          </a:br>
          <a:r>
            <a:rPr lang="de-DE" sz="800" kern="1200" dirty="0" err="1"/>
            <a:t>LiDAR_Node</a:t>
          </a:r>
          <a:endParaRPr lang="de-DE" sz="800" kern="1200" dirty="0"/>
        </a:p>
      </dsp:txBody>
      <dsp:txXfrm>
        <a:off x="2248329" y="130177"/>
        <a:ext cx="749189" cy="499459"/>
      </dsp:txXfrm>
    </dsp:sp>
    <dsp:sp modelId="{FC39C9DF-4551-4D23-92BD-CAA8BC814F1D}">
      <dsp:nvSpPr>
        <dsp:cNvPr id="0" name=""/>
        <dsp:cNvSpPr/>
      </dsp:nvSpPr>
      <dsp:spPr>
        <a:xfrm>
          <a:off x="2997517" y="130177"/>
          <a:ext cx="1248648" cy="499459"/>
        </a:xfrm>
        <a:prstGeom prst="chevron">
          <a:avLst/>
        </a:prstGeom>
        <a:solidFill>
          <a:schemeClr val="accent3">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21336" rIns="10668" bIns="21336" numCol="1" spcCol="1270" anchor="ctr" anchorCtr="0">
          <a:noAutofit/>
        </a:bodyPr>
        <a:lstStyle/>
        <a:p>
          <a:pPr marL="0" lvl="0" indent="0" algn="ctr" defTabSz="355600">
            <a:lnSpc>
              <a:spcPct val="90000"/>
            </a:lnSpc>
            <a:spcBef>
              <a:spcPct val="0"/>
            </a:spcBef>
            <a:spcAft>
              <a:spcPct val="35000"/>
            </a:spcAft>
            <a:buNone/>
          </a:pPr>
          <a:r>
            <a:rPr lang="de-DE" sz="800" kern="1200" dirty="0" err="1"/>
            <a:t>Follow_Line</a:t>
          </a:r>
          <a:r>
            <a:rPr lang="de-DE" sz="800" kern="1200" dirty="0"/>
            <a:t>_</a:t>
          </a:r>
          <a:br>
            <a:rPr lang="de-DE" sz="800" kern="1200" dirty="0"/>
          </a:br>
          <a:r>
            <a:rPr lang="de-DE" sz="800" kern="1200" dirty="0"/>
            <a:t>Node</a:t>
          </a:r>
        </a:p>
      </dsp:txBody>
      <dsp:txXfrm>
        <a:off x="3247247" y="130177"/>
        <a:ext cx="749189" cy="499459"/>
      </dsp:txXfrm>
    </dsp:sp>
    <dsp:sp modelId="{8ABCD2AC-1155-4856-95B0-CF641EB23FDE}">
      <dsp:nvSpPr>
        <dsp:cNvPr id="0" name=""/>
        <dsp:cNvSpPr/>
      </dsp:nvSpPr>
      <dsp:spPr>
        <a:xfrm>
          <a:off x="3996436" y="130177"/>
          <a:ext cx="1248648" cy="499459"/>
        </a:xfrm>
        <a:prstGeom prst="chevron">
          <a:avLst/>
        </a:prstGeom>
        <a:solidFill>
          <a:schemeClr val="accent3">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21336" rIns="10668" bIns="21336" numCol="1" spcCol="1270" anchor="ctr" anchorCtr="0">
          <a:noAutofit/>
        </a:bodyPr>
        <a:lstStyle/>
        <a:p>
          <a:pPr marL="0" lvl="0" indent="0" algn="ctr" defTabSz="355600">
            <a:lnSpc>
              <a:spcPct val="90000"/>
            </a:lnSpc>
            <a:spcBef>
              <a:spcPct val="0"/>
            </a:spcBef>
            <a:spcAft>
              <a:spcPct val="35000"/>
            </a:spcAft>
            <a:buNone/>
          </a:pPr>
          <a:r>
            <a:rPr lang="de-DE" sz="800" kern="1200" dirty="0"/>
            <a:t>Zusammenspiel der Nodes</a:t>
          </a:r>
        </a:p>
      </dsp:txBody>
      <dsp:txXfrm>
        <a:off x="4246166" y="130177"/>
        <a:ext cx="749189" cy="499459"/>
      </dsp:txXfrm>
    </dsp:sp>
    <dsp:sp modelId="{75CC07CA-ADFD-4188-800F-E0E46DC27D0B}">
      <dsp:nvSpPr>
        <dsp:cNvPr id="0" name=""/>
        <dsp:cNvSpPr/>
      </dsp:nvSpPr>
      <dsp:spPr>
        <a:xfrm>
          <a:off x="4995354" y="130177"/>
          <a:ext cx="1248648" cy="499459"/>
        </a:xfrm>
        <a:prstGeom prst="chevron">
          <a:avLst/>
        </a:prstGeom>
        <a:solidFill>
          <a:schemeClr val="accent3">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21336" rIns="10668" bIns="21336" numCol="1" spcCol="1270" anchor="ctr" anchorCtr="0">
          <a:noAutofit/>
        </a:bodyPr>
        <a:lstStyle/>
        <a:p>
          <a:pPr marL="0" lvl="0" indent="0" algn="ctr" defTabSz="355600">
            <a:lnSpc>
              <a:spcPct val="90000"/>
            </a:lnSpc>
            <a:spcBef>
              <a:spcPct val="0"/>
            </a:spcBef>
            <a:spcAft>
              <a:spcPct val="35000"/>
            </a:spcAft>
            <a:buNone/>
          </a:pPr>
          <a:r>
            <a:rPr lang="de-DE" sz="800" kern="1200" dirty="0"/>
            <a:t>Fahren …</a:t>
          </a:r>
        </a:p>
      </dsp:txBody>
      <dsp:txXfrm>
        <a:off x="5245084" y="130177"/>
        <a:ext cx="749189" cy="49945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7F5C41-158D-4160-AA0E-A9E925436152}">
      <dsp:nvSpPr>
        <dsp:cNvPr id="0" name=""/>
        <dsp:cNvSpPr/>
      </dsp:nvSpPr>
      <dsp:spPr>
        <a:xfrm>
          <a:off x="762" y="130177"/>
          <a:ext cx="1248648" cy="499459"/>
        </a:xfrm>
        <a:prstGeom prst="homePlate">
          <a:avLst/>
        </a:prstGeom>
        <a:solidFill>
          <a:schemeClr val="accent3">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2672" tIns="21336" rIns="10668" bIns="21336" numCol="1" spcCol="1270" anchor="ctr" anchorCtr="0">
          <a:noAutofit/>
        </a:bodyPr>
        <a:lstStyle/>
        <a:p>
          <a:pPr marL="0" lvl="0" indent="0" algn="ctr" defTabSz="355600">
            <a:lnSpc>
              <a:spcPct val="90000"/>
            </a:lnSpc>
            <a:spcBef>
              <a:spcPct val="0"/>
            </a:spcBef>
            <a:spcAft>
              <a:spcPct val="35000"/>
            </a:spcAft>
            <a:buNone/>
          </a:pPr>
          <a:r>
            <a:rPr lang="de-DE" sz="800" kern="1200" dirty="0" err="1"/>
            <a:t>Rectified</a:t>
          </a:r>
          <a:r>
            <a:rPr lang="de-DE" sz="800" kern="1200" dirty="0"/>
            <a:t>_</a:t>
          </a:r>
          <a:br>
            <a:rPr lang="de-DE" sz="800" kern="1200" dirty="0"/>
          </a:br>
          <a:r>
            <a:rPr lang="de-DE" sz="800" kern="1200" dirty="0" err="1"/>
            <a:t>Image_Node</a:t>
          </a:r>
          <a:endParaRPr lang="de-DE" sz="800" kern="1200" dirty="0"/>
        </a:p>
      </dsp:txBody>
      <dsp:txXfrm>
        <a:off x="762" y="130177"/>
        <a:ext cx="1123783" cy="499459"/>
      </dsp:txXfrm>
    </dsp:sp>
    <dsp:sp modelId="{47E5C38D-7DBB-4591-AF37-3E0560EA7B5D}">
      <dsp:nvSpPr>
        <dsp:cNvPr id="0" name=""/>
        <dsp:cNvSpPr/>
      </dsp:nvSpPr>
      <dsp:spPr>
        <a:xfrm>
          <a:off x="999680" y="130177"/>
          <a:ext cx="1248648" cy="499459"/>
        </a:xfrm>
        <a:prstGeom prst="chevron">
          <a:avLst/>
        </a:prstGeom>
        <a:solidFill>
          <a:schemeClr val="accent3">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21336" rIns="10668" bIns="21336" numCol="1" spcCol="1270" anchor="ctr" anchorCtr="0">
          <a:noAutofit/>
        </a:bodyPr>
        <a:lstStyle/>
        <a:p>
          <a:pPr marL="0" lvl="0" indent="0" algn="ctr" defTabSz="355600">
            <a:lnSpc>
              <a:spcPct val="90000"/>
            </a:lnSpc>
            <a:spcBef>
              <a:spcPct val="0"/>
            </a:spcBef>
            <a:spcAft>
              <a:spcPct val="35000"/>
            </a:spcAft>
            <a:buNone/>
          </a:pPr>
          <a:r>
            <a:rPr lang="de-DE" sz="800" kern="1200" dirty="0"/>
            <a:t>Birdseye_</a:t>
          </a:r>
          <a:br>
            <a:rPr lang="de-DE" sz="800" kern="1200" dirty="0"/>
          </a:br>
          <a:r>
            <a:rPr lang="de-DE" sz="800" kern="1200" dirty="0"/>
            <a:t>Node</a:t>
          </a:r>
        </a:p>
      </dsp:txBody>
      <dsp:txXfrm>
        <a:off x="1249410" y="130177"/>
        <a:ext cx="749189" cy="499459"/>
      </dsp:txXfrm>
    </dsp:sp>
    <dsp:sp modelId="{652A39D3-F429-44F0-B68F-2347DA867BC5}">
      <dsp:nvSpPr>
        <dsp:cNvPr id="0" name=""/>
        <dsp:cNvSpPr/>
      </dsp:nvSpPr>
      <dsp:spPr>
        <a:xfrm>
          <a:off x="1998599" y="130177"/>
          <a:ext cx="1248648" cy="499459"/>
        </a:xfrm>
        <a:prstGeom prst="chevron">
          <a:avLst/>
        </a:prstGeom>
        <a:solidFill>
          <a:srgbClr val="AF708B"/>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21336" rIns="10668" bIns="21336" numCol="1" spcCol="1270" anchor="ctr" anchorCtr="0">
          <a:noAutofit/>
        </a:bodyPr>
        <a:lstStyle/>
        <a:p>
          <a:pPr marL="0" lvl="0" indent="0" algn="ctr" defTabSz="355600">
            <a:lnSpc>
              <a:spcPct val="90000"/>
            </a:lnSpc>
            <a:spcBef>
              <a:spcPct val="0"/>
            </a:spcBef>
            <a:spcAft>
              <a:spcPct val="35000"/>
            </a:spcAft>
            <a:buNone/>
          </a:pPr>
          <a:r>
            <a:rPr lang="de-DE" sz="800" kern="1200" dirty="0" err="1"/>
            <a:t>Birdseye_With</a:t>
          </a:r>
          <a:r>
            <a:rPr lang="de-DE" sz="800" kern="1200" dirty="0"/>
            <a:t>_</a:t>
          </a:r>
          <a:br>
            <a:rPr lang="de-DE" sz="800" kern="1200" dirty="0"/>
          </a:br>
          <a:r>
            <a:rPr lang="de-DE" sz="800" kern="1200" dirty="0" err="1"/>
            <a:t>LiDAR_Node</a:t>
          </a:r>
          <a:endParaRPr lang="de-DE" sz="800" kern="1200" dirty="0"/>
        </a:p>
      </dsp:txBody>
      <dsp:txXfrm>
        <a:off x="2248329" y="130177"/>
        <a:ext cx="749189" cy="499459"/>
      </dsp:txXfrm>
    </dsp:sp>
    <dsp:sp modelId="{FC39C9DF-4551-4D23-92BD-CAA8BC814F1D}">
      <dsp:nvSpPr>
        <dsp:cNvPr id="0" name=""/>
        <dsp:cNvSpPr/>
      </dsp:nvSpPr>
      <dsp:spPr>
        <a:xfrm>
          <a:off x="2997517" y="130177"/>
          <a:ext cx="1248648" cy="499459"/>
        </a:xfrm>
        <a:prstGeom prst="chevron">
          <a:avLst/>
        </a:prstGeom>
        <a:solidFill>
          <a:schemeClr val="accent3">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21336" rIns="10668" bIns="21336" numCol="1" spcCol="1270" anchor="ctr" anchorCtr="0">
          <a:noAutofit/>
        </a:bodyPr>
        <a:lstStyle/>
        <a:p>
          <a:pPr marL="0" lvl="0" indent="0" algn="ctr" defTabSz="355600">
            <a:lnSpc>
              <a:spcPct val="90000"/>
            </a:lnSpc>
            <a:spcBef>
              <a:spcPct val="0"/>
            </a:spcBef>
            <a:spcAft>
              <a:spcPct val="35000"/>
            </a:spcAft>
            <a:buNone/>
          </a:pPr>
          <a:r>
            <a:rPr lang="de-DE" sz="800" kern="1200" dirty="0" err="1"/>
            <a:t>Follow_Line</a:t>
          </a:r>
          <a:r>
            <a:rPr lang="de-DE" sz="800" kern="1200" dirty="0"/>
            <a:t>_</a:t>
          </a:r>
          <a:br>
            <a:rPr lang="de-DE" sz="800" kern="1200" dirty="0"/>
          </a:br>
          <a:r>
            <a:rPr lang="de-DE" sz="800" kern="1200" dirty="0"/>
            <a:t>Node</a:t>
          </a:r>
        </a:p>
      </dsp:txBody>
      <dsp:txXfrm>
        <a:off x="3247247" y="130177"/>
        <a:ext cx="749189" cy="499459"/>
      </dsp:txXfrm>
    </dsp:sp>
    <dsp:sp modelId="{8ABCD2AC-1155-4856-95B0-CF641EB23FDE}">
      <dsp:nvSpPr>
        <dsp:cNvPr id="0" name=""/>
        <dsp:cNvSpPr/>
      </dsp:nvSpPr>
      <dsp:spPr>
        <a:xfrm>
          <a:off x="3996436" y="130177"/>
          <a:ext cx="1248648" cy="499459"/>
        </a:xfrm>
        <a:prstGeom prst="chevron">
          <a:avLst/>
        </a:prstGeom>
        <a:solidFill>
          <a:schemeClr val="accent3">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21336" rIns="10668" bIns="21336" numCol="1" spcCol="1270" anchor="ctr" anchorCtr="0">
          <a:noAutofit/>
        </a:bodyPr>
        <a:lstStyle/>
        <a:p>
          <a:pPr marL="0" lvl="0" indent="0" algn="ctr" defTabSz="355600">
            <a:lnSpc>
              <a:spcPct val="90000"/>
            </a:lnSpc>
            <a:spcBef>
              <a:spcPct val="0"/>
            </a:spcBef>
            <a:spcAft>
              <a:spcPct val="35000"/>
            </a:spcAft>
            <a:buNone/>
          </a:pPr>
          <a:r>
            <a:rPr lang="de-DE" sz="800" kern="1200" dirty="0"/>
            <a:t>Zusammenspiel der Nodes</a:t>
          </a:r>
        </a:p>
      </dsp:txBody>
      <dsp:txXfrm>
        <a:off x="4246166" y="130177"/>
        <a:ext cx="749189" cy="499459"/>
      </dsp:txXfrm>
    </dsp:sp>
    <dsp:sp modelId="{75CC07CA-ADFD-4188-800F-E0E46DC27D0B}">
      <dsp:nvSpPr>
        <dsp:cNvPr id="0" name=""/>
        <dsp:cNvSpPr/>
      </dsp:nvSpPr>
      <dsp:spPr>
        <a:xfrm>
          <a:off x="4995354" y="130177"/>
          <a:ext cx="1248648" cy="499459"/>
        </a:xfrm>
        <a:prstGeom prst="chevron">
          <a:avLst/>
        </a:prstGeom>
        <a:solidFill>
          <a:schemeClr val="accent3">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21336" rIns="10668" bIns="21336" numCol="1" spcCol="1270" anchor="ctr" anchorCtr="0">
          <a:noAutofit/>
        </a:bodyPr>
        <a:lstStyle/>
        <a:p>
          <a:pPr marL="0" lvl="0" indent="0" algn="ctr" defTabSz="355600">
            <a:lnSpc>
              <a:spcPct val="90000"/>
            </a:lnSpc>
            <a:spcBef>
              <a:spcPct val="0"/>
            </a:spcBef>
            <a:spcAft>
              <a:spcPct val="35000"/>
            </a:spcAft>
            <a:buNone/>
          </a:pPr>
          <a:r>
            <a:rPr lang="de-DE" sz="800" kern="1200" dirty="0"/>
            <a:t>Fahren …</a:t>
          </a:r>
        </a:p>
      </dsp:txBody>
      <dsp:txXfrm>
        <a:off x="5245084" y="130177"/>
        <a:ext cx="749189" cy="499459"/>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7F5C41-158D-4160-AA0E-A9E925436152}">
      <dsp:nvSpPr>
        <dsp:cNvPr id="0" name=""/>
        <dsp:cNvSpPr/>
      </dsp:nvSpPr>
      <dsp:spPr>
        <a:xfrm>
          <a:off x="762" y="130177"/>
          <a:ext cx="1248648" cy="499459"/>
        </a:xfrm>
        <a:prstGeom prst="homePlate">
          <a:avLst/>
        </a:prstGeom>
        <a:solidFill>
          <a:schemeClr val="accent3">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2672" tIns="21336" rIns="10668" bIns="21336" numCol="1" spcCol="1270" anchor="ctr" anchorCtr="0">
          <a:noAutofit/>
        </a:bodyPr>
        <a:lstStyle/>
        <a:p>
          <a:pPr marL="0" lvl="0" indent="0" algn="ctr" defTabSz="355600">
            <a:lnSpc>
              <a:spcPct val="90000"/>
            </a:lnSpc>
            <a:spcBef>
              <a:spcPct val="0"/>
            </a:spcBef>
            <a:spcAft>
              <a:spcPct val="35000"/>
            </a:spcAft>
            <a:buNone/>
          </a:pPr>
          <a:r>
            <a:rPr lang="de-DE" sz="800" kern="1200" dirty="0" err="1"/>
            <a:t>Rectified</a:t>
          </a:r>
          <a:r>
            <a:rPr lang="de-DE" sz="800" kern="1200" dirty="0"/>
            <a:t>_</a:t>
          </a:r>
          <a:br>
            <a:rPr lang="de-DE" sz="800" kern="1200" dirty="0"/>
          </a:br>
          <a:r>
            <a:rPr lang="de-DE" sz="800" kern="1200" dirty="0" err="1"/>
            <a:t>Image_Node</a:t>
          </a:r>
          <a:endParaRPr lang="de-DE" sz="800" kern="1200" dirty="0"/>
        </a:p>
      </dsp:txBody>
      <dsp:txXfrm>
        <a:off x="762" y="130177"/>
        <a:ext cx="1123783" cy="499459"/>
      </dsp:txXfrm>
    </dsp:sp>
    <dsp:sp modelId="{47E5C38D-7DBB-4591-AF37-3E0560EA7B5D}">
      <dsp:nvSpPr>
        <dsp:cNvPr id="0" name=""/>
        <dsp:cNvSpPr/>
      </dsp:nvSpPr>
      <dsp:spPr>
        <a:xfrm>
          <a:off x="999680" y="130177"/>
          <a:ext cx="1248648" cy="499459"/>
        </a:xfrm>
        <a:prstGeom prst="chevron">
          <a:avLst/>
        </a:prstGeom>
        <a:solidFill>
          <a:schemeClr val="accent3">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21336" rIns="10668" bIns="21336" numCol="1" spcCol="1270" anchor="ctr" anchorCtr="0">
          <a:noAutofit/>
        </a:bodyPr>
        <a:lstStyle/>
        <a:p>
          <a:pPr marL="0" lvl="0" indent="0" algn="ctr" defTabSz="355600">
            <a:lnSpc>
              <a:spcPct val="90000"/>
            </a:lnSpc>
            <a:spcBef>
              <a:spcPct val="0"/>
            </a:spcBef>
            <a:spcAft>
              <a:spcPct val="35000"/>
            </a:spcAft>
            <a:buNone/>
          </a:pPr>
          <a:r>
            <a:rPr lang="de-DE" sz="800" kern="1200" dirty="0"/>
            <a:t>Birdseye_</a:t>
          </a:r>
          <a:br>
            <a:rPr lang="de-DE" sz="800" kern="1200" dirty="0"/>
          </a:br>
          <a:r>
            <a:rPr lang="de-DE" sz="800" kern="1200" dirty="0"/>
            <a:t>Node</a:t>
          </a:r>
        </a:p>
      </dsp:txBody>
      <dsp:txXfrm>
        <a:off x="1249410" y="130177"/>
        <a:ext cx="749189" cy="499459"/>
      </dsp:txXfrm>
    </dsp:sp>
    <dsp:sp modelId="{652A39D3-F429-44F0-B68F-2347DA867BC5}">
      <dsp:nvSpPr>
        <dsp:cNvPr id="0" name=""/>
        <dsp:cNvSpPr/>
      </dsp:nvSpPr>
      <dsp:spPr>
        <a:xfrm>
          <a:off x="1998599" y="130177"/>
          <a:ext cx="1248648" cy="499459"/>
        </a:xfrm>
        <a:prstGeom prst="chevron">
          <a:avLst/>
        </a:prstGeom>
        <a:solidFill>
          <a:srgbClr val="AF708B"/>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21336" rIns="10668" bIns="21336" numCol="1" spcCol="1270" anchor="ctr" anchorCtr="0">
          <a:noAutofit/>
        </a:bodyPr>
        <a:lstStyle/>
        <a:p>
          <a:pPr marL="0" lvl="0" indent="0" algn="ctr" defTabSz="355600">
            <a:lnSpc>
              <a:spcPct val="90000"/>
            </a:lnSpc>
            <a:spcBef>
              <a:spcPct val="0"/>
            </a:spcBef>
            <a:spcAft>
              <a:spcPct val="35000"/>
            </a:spcAft>
            <a:buNone/>
          </a:pPr>
          <a:r>
            <a:rPr lang="de-DE" sz="800" kern="1200" dirty="0" err="1"/>
            <a:t>Birdseye_With</a:t>
          </a:r>
          <a:r>
            <a:rPr lang="de-DE" sz="800" kern="1200" dirty="0"/>
            <a:t>_</a:t>
          </a:r>
          <a:br>
            <a:rPr lang="de-DE" sz="800" kern="1200" dirty="0"/>
          </a:br>
          <a:r>
            <a:rPr lang="de-DE" sz="800" kern="1200" dirty="0" err="1"/>
            <a:t>LiDAR_Node</a:t>
          </a:r>
          <a:endParaRPr lang="de-DE" sz="800" kern="1200" dirty="0"/>
        </a:p>
      </dsp:txBody>
      <dsp:txXfrm>
        <a:off x="2248329" y="130177"/>
        <a:ext cx="749189" cy="499459"/>
      </dsp:txXfrm>
    </dsp:sp>
    <dsp:sp modelId="{FC39C9DF-4551-4D23-92BD-CAA8BC814F1D}">
      <dsp:nvSpPr>
        <dsp:cNvPr id="0" name=""/>
        <dsp:cNvSpPr/>
      </dsp:nvSpPr>
      <dsp:spPr>
        <a:xfrm>
          <a:off x="2997517" y="130177"/>
          <a:ext cx="1248648" cy="499459"/>
        </a:xfrm>
        <a:prstGeom prst="chevron">
          <a:avLst/>
        </a:prstGeom>
        <a:solidFill>
          <a:schemeClr val="accent3">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21336" rIns="10668" bIns="21336" numCol="1" spcCol="1270" anchor="ctr" anchorCtr="0">
          <a:noAutofit/>
        </a:bodyPr>
        <a:lstStyle/>
        <a:p>
          <a:pPr marL="0" lvl="0" indent="0" algn="ctr" defTabSz="355600">
            <a:lnSpc>
              <a:spcPct val="90000"/>
            </a:lnSpc>
            <a:spcBef>
              <a:spcPct val="0"/>
            </a:spcBef>
            <a:spcAft>
              <a:spcPct val="35000"/>
            </a:spcAft>
            <a:buNone/>
          </a:pPr>
          <a:r>
            <a:rPr lang="de-DE" sz="800" kern="1200" dirty="0" err="1"/>
            <a:t>Follow_Line</a:t>
          </a:r>
          <a:r>
            <a:rPr lang="de-DE" sz="800" kern="1200" dirty="0"/>
            <a:t>_</a:t>
          </a:r>
          <a:br>
            <a:rPr lang="de-DE" sz="800" kern="1200" dirty="0"/>
          </a:br>
          <a:r>
            <a:rPr lang="de-DE" sz="800" kern="1200" dirty="0"/>
            <a:t>Node</a:t>
          </a:r>
        </a:p>
      </dsp:txBody>
      <dsp:txXfrm>
        <a:off x="3247247" y="130177"/>
        <a:ext cx="749189" cy="499459"/>
      </dsp:txXfrm>
    </dsp:sp>
    <dsp:sp modelId="{8ABCD2AC-1155-4856-95B0-CF641EB23FDE}">
      <dsp:nvSpPr>
        <dsp:cNvPr id="0" name=""/>
        <dsp:cNvSpPr/>
      </dsp:nvSpPr>
      <dsp:spPr>
        <a:xfrm>
          <a:off x="3996436" y="130177"/>
          <a:ext cx="1248648" cy="499459"/>
        </a:xfrm>
        <a:prstGeom prst="chevron">
          <a:avLst/>
        </a:prstGeom>
        <a:solidFill>
          <a:schemeClr val="accent3">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21336" rIns="10668" bIns="21336" numCol="1" spcCol="1270" anchor="ctr" anchorCtr="0">
          <a:noAutofit/>
        </a:bodyPr>
        <a:lstStyle/>
        <a:p>
          <a:pPr marL="0" lvl="0" indent="0" algn="ctr" defTabSz="355600">
            <a:lnSpc>
              <a:spcPct val="90000"/>
            </a:lnSpc>
            <a:spcBef>
              <a:spcPct val="0"/>
            </a:spcBef>
            <a:spcAft>
              <a:spcPct val="35000"/>
            </a:spcAft>
            <a:buNone/>
          </a:pPr>
          <a:r>
            <a:rPr lang="de-DE" sz="800" kern="1200" dirty="0"/>
            <a:t>Zusammenspiel der Nodes</a:t>
          </a:r>
        </a:p>
      </dsp:txBody>
      <dsp:txXfrm>
        <a:off x="4246166" y="130177"/>
        <a:ext cx="749189" cy="499459"/>
      </dsp:txXfrm>
    </dsp:sp>
    <dsp:sp modelId="{75CC07CA-ADFD-4188-800F-E0E46DC27D0B}">
      <dsp:nvSpPr>
        <dsp:cNvPr id="0" name=""/>
        <dsp:cNvSpPr/>
      </dsp:nvSpPr>
      <dsp:spPr>
        <a:xfrm>
          <a:off x="4995354" y="130177"/>
          <a:ext cx="1248648" cy="499459"/>
        </a:xfrm>
        <a:prstGeom prst="chevron">
          <a:avLst/>
        </a:prstGeom>
        <a:solidFill>
          <a:schemeClr val="accent3">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21336" rIns="10668" bIns="21336" numCol="1" spcCol="1270" anchor="ctr" anchorCtr="0">
          <a:noAutofit/>
        </a:bodyPr>
        <a:lstStyle/>
        <a:p>
          <a:pPr marL="0" lvl="0" indent="0" algn="ctr" defTabSz="355600">
            <a:lnSpc>
              <a:spcPct val="90000"/>
            </a:lnSpc>
            <a:spcBef>
              <a:spcPct val="0"/>
            </a:spcBef>
            <a:spcAft>
              <a:spcPct val="35000"/>
            </a:spcAft>
            <a:buNone/>
          </a:pPr>
          <a:r>
            <a:rPr lang="de-DE" sz="800" kern="1200" dirty="0"/>
            <a:t>Fahren …</a:t>
          </a:r>
        </a:p>
      </dsp:txBody>
      <dsp:txXfrm>
        <a:off x="5245084" y="130177"/>
        <a:ext cx="749189" cy="499459"/>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7F5C41-158D-4160-AA0E-A9E925436152}">
      <dsp:nvSpPr>
        <dsp:cNvPr id="0" name=""/>
        <dsp:cNvSpPr/>
      </dsp:nvSpPr>
      <dsp:spPr>
        <a:xfrm>
          <a:off x="762" y="130177"/>
          <a:ext cx="1248648" cy="499459"/>
        </a:xfrm>
        <a:prstGeom prst="homePlate">
          <a:avLst/>
        </a:prstGeom>
        <a:solidFill>
          <a:schemeClr val="accent3">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2672" tIns="21336" rIns="10668" bIns="21336" numCol="1" spcCol="1270" anchor="ctr" anchorCtr="0">
          <a:noAutofit/>
        </a:bodyPr>
        <a:lstStyle/>
        <a:p>
          <a:pPr marL="0" lvl="0" indent="0" algn="ctr" defTabSz="355600">
            <a:lnSpc>
              <a:spcPct val="90000"/>
            </a:lnSpc>
            <a:spcBef>
              <a:spcPct val="0"/>
            </a:spcBef>
            <a:spcAft>
              <a:spcPct val="35000"/>
            </a:spcAft>
            <a:buNone/>
          </a:pPr>
          <a:r>
            <a:rPr lang="de-DE" sz="800" kern="1200" dirty="0" err="1"/>
            <a:t>Rectified</a:t>
          </a:r>
          <a:r>
            <a:rPr lang="de-DE" sz="800" kern="1200" dirty="0"/>
            <a:t>_</a:t>
          </a:r>
          <a:br>
            <a:rPr lang="de-DE" sz="800" kern="1200" dirty="0"/>
          </a:br>
          <a:r>
            <a:rPr lang="de-DE" sz="800" kern="1200" dirty="0" err="1"/>
            <a:t>Image_Node</a:t>
          </a:r>
          <a:endParaRPr lang="de-DE" sz="800" kern="1200" dirty="0"/>
        </a:p>
      </dsp:txBody>
      <dsp:txXfrm>
        <a:off x="762" y="130177"/>
        <a:ext cx="1123783" cy="499459"/>
      </dsp:txXfrm>
    </dsp:sp>
    <dsp:sp modelId="{47E5C38D-7DBB-4591-AF37-3E0560EA7B5D}">
      <dsp:nvSpPr>
        <dsp:cNvPr id="0" name=""/>
        <dsp:cNvSpPr/>
      </dsp:nvSpPr>
      <dsp:spPr>
        <a:xfrm>
          <a:off x="999680" y="130177"/>
          <a:ext cx="1248648" cy="499459"/>
        </a:xfrm>
        <a:prstGeom prst="chevron">
          <a:avLst/>
        </a:prstGeom>
        <a:solidFill>
          <a:schemeClr val="accent3">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21336" rIns="10668" bIns="21336" numCol="1" spcCol="1270" anchor="ctr" anchorCtr="0">
          <a:noAutofit/>
        </a:bodyPr>
        <a:lstStyle/>
        <a:p>
          <a:pPr marL="0" lvl="0" indent="0" algn="ctr" defTabSz="355600">
            <a:lnSpc>
              <a:spcPct val="90000"/>
            </a:lnSpc>
            <a:spcBef>
              <a:spcPct val="0"/>
            </a:spcBef>
            <a:spcAft>
              <a:spcPct val="35000"/>
            </a:spcAft>
            <a:buNone/>
          </a:pPr>
          <a:r>
            <a:rPr lang="de-DE" sz="800" kern="1200" dirty="0"/>
            <a:t>Birdseye_</a:t>
          </a:r>
          <a:br>
            <a:rPr lang="de-DE" sz="800" kern="1200" dirty="0"/>
          </a:br>
          <a:r>
            <a:rPr lang="de-DE" sz="800" kern="1200" dirty="0"/>
            <a:t>Node</a:t>
          </a:r>
        </a:p>
      </dsp:txBody>
      <dsp:txXfrm>
        <a:off x="1249410" y="130177"/>
        <a:ext cx="749189" cy="499459"/>
      </dsp:txXfrm>
    </dsp:sp>
    <dsp:sp modelId="{652A39D3-F429-44F0-B68F-2347DA867BC5}">
      <dsp:nvSpPr>
        <dsp:cNvPr id="0" name=""/>
        <dsp:cNvSpPr/>
      </dsp:nvSpPr>
      <dsp:spPr>
        <a:xfrm>
          <a:off x="1998599" y="130177"/>
          <a:ext cx="1248648" cy="499459"/>
        </a:xfrm>
        <a:prstGeom prst="chevron">
          <a:avLst/>
        </a:prstGeom>
        <a:solidFill>
          <a:schemeClr val="accent3">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21336" rIns="10668" bIns="21336" numCol="1" spcCol="1270" anchor="ctr" anchorCtr="0">
          <a:noAutofit/>
        </a:bodyPr>
        <a:lstStyle/>
        <a:p>
          <a:pPr marL="0" lvl="0" indent="0" algn="ctr" defTabSz="355600">
            <a:lnSpc>
              <a:spcPct val="90000"/>
            </a:lnSpc>
            <a:spcBef>
              <a:spcPct val="0"/>
            </a:spcBef>
            <a:spcAft>
              <a:spcPct val="35000"/>
            </a:spcAft>
            <a:buNone/>
          </a:pPr>
          <a:r>
            <a:rPr lang="de-DE" sz="800" kern="1200" dirty="0" err="1"/>
            <a:t>Birdseye_With</a:t>
          </a:r>
          <a:r>
            <a:rPr lang="de-DE" sz="800" kern="1200" dirty="0"/>
            <a:t>_</a:t>
          </a:r>
          <a:br>
            <a:rPr lang="de-DE" sz="800" kern="1200" dirty="0"/>
          </a:br>
          <a:r>
            <a:rPr lang="de-DE" sz="800" kern="1200" dirty="0" err="1"/>
            <a:t>LiDAR_Node</a:t>
          </a:r>
          <a:endParaRPr lang="de-DE" sz="800" kern="1200" dirty="0"/>
        </a:p>
      </dsp:txBody>
      <dsp:txXfrm>
        <a:off x="2248329" y="130177"/>
        <a:ext cx="749189" cy="499459"/>
      </dsp:txXfrm>
    </dsp:sp>
    <dsp:sp modelId="{FC39C9DF-4551-4D23-92BD-CAA8BC814F1D}">
      <dsp:nvSpPr>
        <dsp:cNvPr id="0" name=""/>
        <dsp:cNvSpPr/>
      </dsp:nvSpPr>
      <dsp:spPr>
        <a:xfrm>
          <a:off x="2997517" y="130177"/>
          <a:ext cx="1248648" cy="499459"/>
        </a:xfrm>
        <a:prstGeom prst="chevron">
          <a:avLst/>
        </a:prstGeom>
        <a:solidFill>
          <a:srgbClr val="AF708B"/>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21336" rIns="10668" bIns="21336" numCol="1" spcCol="1270" anchor="ctr" anchorCtr="0">
          <a:noAutofit/>
        </a:bodyPr>
        <a:lstStyle/>
        <a:p>
          <a:pPr marL="0" lvl="0" indent="0" algn="ctr" defTabSz="355600">
            <a:lnSpc>
              <a:spcPct val="90000"/>
            </a:lnSpc>
            <a:spcBef>
              <a:spcPct val="0"/>
            </a:spcBef>
            <a:spcAft>
              <a:spcPct val="35000"/>
            </a:spcAft>
            <a:buNone/>
          </a:pPr>
          <a:r>
            <a:rPr lang="de-DE" sz="800" kern="1200" dirty="0" err="1"/>
            <a:t>Follow_Line</a:t>
          </a:r>
          <a:r>
            <a:rPr lang="de-DE" sz="800" kern="1200" dirty="0"/>
            <a:t>_</a:t>
          </a:r>
          <a:br>
            <a:rPr lang="de-DE" sz="800" kern="1200" dirty="0"/>
          </a:br>
          <a:r>
            <a:rPr lang="de-DE" sz="800" kern="1200" dirty="0"/>
            <a:t>Node</a:t>
          </a:r>
        </a:p>
      </dsp:txBody>
      <dsp:txXfrm>
        <a:off x="3247247" y="130177"/>
        <a:ext cx="749189" cy="499459"/>
      </dsp:txXfrm>
    </dsp:sp>
    <dsp:sp modelId="{8ABCD2AC-1155-4856-95B0-CF641EB23FDE}">
      <dsp:nvSpPr>
        <dsp:cNvPr id="0" name=""/>
        <dsp:cNvSpPr/>
      </dsp:nvSpPr>
      <dsp:spPr>
        <a:xfrm>
          <a:off x="3996436" y="130177"/>
          <a:ext cx="1248648" cy="499459"/>
        </a:xfrm>
        <a:prstGeom prst="chevron">
          <a:avLst/>
        </a:prstGeom>
        <a:solidFill>
          <a:schemeClr val="accent3">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21336" rIns="10668" bIns="21336" numCol="1" spcCol="1270" anchor="ctr" anchorCtr="0">
          <a:noAutofit/>
        </a:bodyPr>
        <a:lstStyle/>
        <a:p>
          <a:pPr marL="0" lvl="0" indent="0" algn="ctr" defTabSz="355600">
            <a:lnSpc>
              <a:spcPct val="90000"/>
            </a:lnSpc>
            <a:spcBef>
              <a:spcPct val="0"/>
            </a:spcBef>
            <a:spcAft>
              <a:spcPct val="35000"/>
            </a:spcAft>
            <a:buNone/>
          </a:pPr>
          <a:r>
            <a:rPr lang="de-DE" sz="800" kern="1200" dirty="0"/>
            <a:t>Zusammenspiel der Nodes</a:t>
          </a:r>
        </a:p>
      </dsp:txBody>
      <dsp:txXfrm>
        <a:off x="4246166" y="130177"/>
        <a:ext cx="749189" cy="499459"/>
      </dsp:txXfrm>
    </dsp:sp>
    <dsp:sp modelId="{75CC07CA-ADFD-4188-800F-E0E46DC27D0B}">
      <dsp:nvSpPr>
        <dsp:cNvPr id="0" name=""/>
        <dsp:cNvSpPr/>
      </dsp:nvSpPr>
      <dsp:spPr>
        <a:xfrm>
          <a:off x="4995354" y="130177"/>
          <a:ext cx="1248648" cy="499459"/>
        </a:xfrm>
        <a:prstGeom prst="chevron">
          <a:avLst/>
        </a:prstGeom>
        <a:solidFill>
          <a:schemeClr val="accent3">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21336" rIns="10668" bIns="21336" numCol="1" spcCol="1270" anchor="ctr" anchorCtr="0">
          <a:noAutofit/>
        </a:bodyPr>
        <a:lstStyle/>
        <a:p>
          <a:pPr marL="0" lvl="0" indent="0" algn="ctr" defTabSz="355600">
            <a:lnSpc>
              <a:spcPct val="90000"/>
            </a:lnSpc>
            <a:spcBef>
              <a:spcPct val="0"/>
            </a:spcBef>
            <a:spcAft>
              <a:spcPct val="35000"/>
            </a:spcAft>
            <a:buNone/>
          </a:pPr>
          <a:r>
            <a:rPr lang="de-DE" sz="800" kern="1200" dirty="0"/>
            <a:t>Fahren …</a:t>
          </a:r>
        </a:p>
      </dsp:txBody>
      <dsp:txXfrm>
        <a:off x="5245084" y="130177"/>
        <a:ext cx="749189" cy="499459"/>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7F5C41-158D-4160-AA0E-A9E925436152}">
      <dsp:nvSpPr>
        <dsp:cNvPr id="0" name=""/>
        <dsp:cNvSpPr/>
      </dsp:nvSpPr>
      <dsp:spPr>
        <a:xfrm>
          <a:off x="762" y="130177"/>
          <a:ext cx="1248648" cy="499459"/>
        </a:xfrm>
        <a:prstGeom prst="homePlate">
          <a:avLst/>
        </a:prstGeom>
        <a:solidFill>
          <a:schemeClr val="accent3">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2672" tIns="21336" rIns="10668" bIns="21336" numCol="1" spcCol="1270" anchor="ctr" anchorCtr="0">
          <a:noAutofit/>
        </a:bodyPr>
        <a:lstStyle/>
        <a:p>
          <a:pPr marL="0" lvl="0" indent="0" algn="ctr" defTabSz="355600">
            <a:lnSpc>
              <a:spcPct val="90000"/>
            </a:lnSpc>
            <a:spcBef>
              <a:spcPct val="0"/>
            </a:spcBef>
            <a:spcAft>
              <a:spcPct val="35000"/>
            </a:spcAft>
            <a:buNone/>
          </a:pPr>
          <a:r>
            <a:rPr lang="de-DE" sz="800" kern="1200" dirty="0" err="1"/>
            <a:t>Rectified</a:t>
          </a:r>
          <a:r>
            <a:rPr lang="de-DE" sz="800" kern="1200" dirty="0"/>
            <a:t>_</a:t>
          </a:r>
          <a:br>
            <a:rPr lang="de-DE" sz="800" kern="1200" dirty="0"/>
          </a:br>
          <a:r>
            <a:rPr lang="de-DE" sz="800" kern="1200" dirty="0" err="1"/>
            <a:t>Image_Node</a:t>
          </a:r>
          <a:endParaRPr lang="de-DE" sz="800" kern="1200" dirty="0"/>
        </a:p>
      </dsp:txBody>
      <dsp:txXfrm>
        <a:off x="762" y="130177"/>
        <a:ext cx="1123783" cy="499459"/>
      </dsp:txXfrm>
    </dsp:sp>
    <dsp:sp modelId="{47E5C38D-7DBB-4591-AF37-3E0560EA7B5D}">
      <dsp:nvSpPr>
        <dsp:cNvPr id="0" name=""/>
        <dsp:cNvSpPr/>
      </dsp:nvSpPr>
      <dsp:spPr>
        <a:xfrm>
          <a:off x="999680" y="130177"/>
          <a:ext cx="1248648" cy="499459"/>
        </a:xfrm>
        <a:prstGeom prst="chevron">
          <a:avLst/>
        </a:prstGeom>
        <a:solidFill>
          <a:schemeClr val="accent3">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21336" rIns="10668" bIns="21336" numCol="1" spcCol="1270" anchor="ctr" anchorCtr="0">
          <a:noAutofit/>
        </a:bodyPr>
        <a:lstStyle/>
        <a:p>
          <a:pPr marL="0" lvl="0" indent="0" algn="ctr" defTabSz="355600">
            <a:lnSpc>
              <a:spcPct val="90000"/>
            </a:lnSpc>
            <a:spcBef>
              <a:spcPct val="0"/>
            </a:spcBef>
            <a:spcAft>
              <a:spcPct val="35000"/>
            </a:spcAft>
            <a:buNone/>
          </a:pPr>
          <a:r>
            <a:rPr lang="de-DE" sz="800" kern="1200" dirty="0"/>
            <a:t>Birdseye_</a:t>
          </a:r>
          <a:br>
            <a:rPr lang="de-DE" sz="800" kern="1200" dirty="0"/>
          </a:br>
          <a:r>
            <a:rPr lang="de-DE" sz="800" kern="1200" dirty="0"/>
            <a:t>Node</a:t>
          </a:r>
        </a:p>
      </dsp:txBody>
      <dsp:txXfrm>
        <a:off x="1249410" y="130177"/>
        <a:ext cx="749189" cy="499459"/>
      </dsp:txXfrm>
    </dsp:sp>
    <dsp:sp modelId="{652A39D3-F429-44F0-B68F-2347DA867BC5}">
      <dsp:nvSpPr>
        <dsp:cNvPr id="0" name=""/>
        <dsp:cNvSpPr/>
      </dsp:nvSpPr>
      <dsp:spPr>
        <a:xfrm>
          <a:off x="1998599" y="130177"/>
          <a:ext cx="1248648" cy="499459"/>
        </a:xfrm>
        <a:prstGeom prst="chevron">
          <a:avLst/>
        </a:prstGeom>
        <a:solidFill>
          <a:schemeClr val="accent3">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21336" rIns="10668" bIns="21336" numCol="1" spcCol="1270" anchor="ctr" anchorCtr="0">
          <a:noAutofit/>
        </a:bodyPr>
        <a:lstStyle/>
        <a:p>
          <a:pPr marL="0" lvl="0" indent="0" algn="ctr" defTabSz="355600">
            <a:lnSpc>
              <a:spcPct val="90000"/>
            </a:lnSpc>
            <a:spcBef>
              <a:spcPct val="0"/>
            </a:spcBef>
            <a:spcAft>
              <a:spcPct val="35000"/>
            </a:spcAft>
            <a:buNone/>
          </a:pPr>
          <a:r>
            <a:rPr lang="de-DE" sz="800" kern="1200" dirty="0" err="1"/>
            <a:t>Birdseye_With</a:t>
          </a:r>
          <a:r>
            <a:rPr lang="de-DE" sz="800" kern="1200" dirty="0"/>
            <a:t>_</a:t>
          </a:r>
          <a:br>
            <a:rPr lang="de-DE" sz="800" kern="1200" dirty="0"/>
          </a:br>
          <a:r>
            <a:rPr lang="de-DE" sz="800" kern="1200" dirty="0" err="1"/>
            <a:t>LiDAR_Node</a:t>
          </a:r>
          <a:endParaRPr lang="de-DE" sz="800" kern="1200" dirty="0"/>
        </a:p>
      </dsp:txBody>
      <dsp:txXfrm>
        <a:off x="2248329" y="130177"/>
        <a:ext cx="749189" cy="499459"/>
      </dsp:txXfrm>
    </dsp:sp>
    <dsp:sp modelId="{FC39C9DF-4551-4D23-92BD-CAA8BC814F1D}">
      <dsp:nvSpPr>
        <dsp:cNvPr id="0" name=""/>
        <dsp:cNvSpPr/>
      </dsp:nvSpPr>
      <dsp:spPr>
        <a:xfrm>
          <a:off x="2997517" y="130177"/>
          <a:ext cx="1248648" cy="499459"/>
        </a:xfrm>
        <a:prstGeom prst="chevron">
          <a:avLst/>
        </a:prstGeom>
        <a:solidFill>
          <a:srgbClr val="AF708B"/>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21336" rIns="10668" bIns="21336" numCol="1" spcCol="1270" anchor="ctr" anchorCtr="0">
          <a:noAutofit/>
        </a:bodyPr>
        <a:lstStyle/>
        <a:p>
          <a:pPr marL="0" lvl="0" indent="0" algn="ctr" defTabSz="355600">
            <a:lnSpc>
              <a:spcPct val="90000"/>
            </a:lnSpc>
            <a:spcBef>
              <a:spcPct val="0"/>
            </a:spcBef>
            <a:spcAft>
              <a:spcPct val="35000"/>
            </a:spcAft>
            <a:buNone/>
          </a:pPr>
          <a:r>
            <a:rPr lang="de-DE" sz="800" kern="1200" dirty="0" err="1"/>
            <a:t>Follow_Line</a:t>
          </a:r>
          <a:r>
            <a:rPr lang="de-DE" sz="800" kern="1200" dirty="0"/>
            <a:t>_</a:t>
          </a:r>
          <a:br>
            <a:rPr lang="de-DE" sz="800" kern="1200" dirty="0"/>
          </a:br>
          <a:r>
            <a:rPr lang="de-DE" sz="800" kern="1200" dirty="0"/>
            <a:t>Node</a:t>
          </a:r>
        </a:p>
      </dsp:txBody>
      <dsp:txXfrm>
        <a:off x="3247247" y="130177"/>
        <a:ext cx="749189" cy="499459"/>
      </dsp:txXfrm>
    </dsp:sp>
    <dsp:sp modelId="{8ABCD2AC-1155-4856-95B0-CF641EB23FDE}">
      <dsp:nvSpPr>
        <dsp:cNvPr id="0" name=""/>
        <dsp:cNvSpPr/>
      </dsp:nvSpPr>
      <dsp:spPr>
        <a:xfrm>
          <a:off x="3996436" y="130177"/>
          <a:ext cx="1248648" cy="499459"/>
        </a:xfrm>
        <a:prstGeom prst="chevron">
          <a:avLst/>
        </a:prstGeom>
        <a:solidFill>
          <a:schemeClr val="accent3">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21336" rIns="10668" bIns="21336" numCol="1" spcCol="1270" anchor="ctr" anchorCtr="0">
          <a:noAutofit/>
        </a:bodyPr>
        <a:lstStyle/>
        <a:p>
          <a:pPr marL="0" lvl="0" indent="0" algn="ctr" defTabSz="355600">
            <a:lnSpc>
              <a:spcPct val="90000"/>
            </a:lnSpc>
            <a:spcBef>
              <a:spcPct val="0"/>
            </a:spcBef>
            <a:spcAft>
              <a:spcPct val="35000"/>
            </a:spcAft>
            <a:buNone/>
          </a:pPr>
          <a:r>
            <a:rPr lang="de-DE" sz="800" kern="1200" dirty="0"/>
            <a:t>Zusammenspiel der Nodes</a:t>
          </a:r>
        </a:p>
      </dsp:txBody>
      <dsp:txXfrm>
        <a:off x="4246166" y="130177"/>
        <a:ext cx="749189" cy="499459"/>
      </dsp:txXfrm>
    </dsp:sp>
    <dsp:sp modelId="{75CC07CA-ADFD-4188-800F-E0E46DC27D0B}">
      <dsp:nvSpPr>
        <dsp:cNvPr id="0" name=""/>
        <dsp:cNvSpPr/>
      </dsp:nvSpPr>
      <dsp:spPr>
        <a:xfrm>
          <a:off x="4995354" y="130177"/>
          <a:ext cx="1248648" cy="499459"/>
        </a:xfrm>
        <a:prstGeom prst="chevron">
          <a:avLst/>
        </a:prstGeom>
        <a:solidFill>
          <a:schemeClr val="accent3">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21336" rIns="10668" bIns="21336" numCol="1" spcCol="1270" anchor="ctr" anchorCtr="0">
          <a:noAutofit/>
        </a:bodyPr>
        <a:lstStyle/>
        <a:p>
          <a:pPr marL="0" lvl="0" indent="0" algn="ctr" defTabSz="355600">
            <a:lnSpc>
              <a:spcPct val="90000"/>
            </a:lnSpc>
            <a:spcBef>
              <a:spcPct val="0"/>
            </a:spcBef>
            <a:spcAft>
              <a:spcPct val="35000"/>
            </a:spcAft>
            <a:buNone/>
          </a:pPr>
          <a:r>
            <a:rPr lang="de-DE" sz="800" kern="1200" dirty="0"/>
            <a:t>Fahren …</a:t>
          </a:r>
        </a:p>
      </dsp:txBody>
      <dsp:txXfrm>
        <a:off x="5245084" y="130177"/>
        <a:ext cx="749189" cy="499459"/>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7F5C41-158D-4160-AA0E-A9E925436152}">
      <dsp:nvSpPr>
        <dsp:cNvPr id="0" name=""/>
        <dsp:cNvSpPr/>
      </dsp:nvSpPr>
      <dsp:spPr>
        <a:xfrm>
          <a:off x="762" y="130177"/>
          <a:ext cx="1248648" cy="499459"/>
        </a:xfrm>
        <a:prstGeom prst="homePlate">
          <a:avLst/>
        </a:prstGeom>
        <a:solidFill>
          <a:schemeClr val="accent3">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2672" tIns="21336" rIns="10668" bIns="21336" numCol="1" spcCol="1270" anchor="ctr" anchorCtr="0">
          <a:noAutofit/>
        </a:bodyPr>
        <a:lstStyle/>
        <a:p>
          <a:pPr marL="0" lvl="0" indent="0" algn="ctr" defTabSz="355600">
            <a:lnSpc>
              <a:spcPct val="90000"/>
            </a:lnSpc>
            <a:spcBef>
              <a:spcPct val="0"/>
            </a:spcBef>
            <a:spcAft>
              <a:spcPct val="35000"/>
            </a:spcAft>
            <a:buNone/>
          </a:pPr>
          <a:r>
            <a:rPr lang="de-DE" sz="800" kern="1200" dirty="0" err="1"/>
            <a:t>Rectified</a:t>
          </a:r>
          <a:r>
            <a:rPr lang="de-DE" sz="800" kern="1200" dirty="0"/>
            <a:t>_</a:t>
          </a:r>
          <a:br>
            <a:rPr lang="de-DE" sz="800" kern="1200" dirty="0"/>
          </a:br>
          <a:r>
            <a:rPr lang="de-DE" sz="800" kern="1200" dirty="0" err="1"/>
            <a:t>Image_Node</a:t>
          </a:r>
          <a:endParaRPr lang="de-DE" sz="800" kern="1200" dirty="0"/>
        </a:p>
      </dsp:txBody>
      <dsp:txXfrm>
        <a:off x="762" y="130177"/>
        <a:ext cx="1123783" cy="499459"/>
      </dsp:txXfrm>
    </dsp:sp>
    <dsp:sp modelId="{47E5C38D-7DBB-4591-AF37-3E0560EA7B5D}">
      <dsp:nvSpPr>
        <dsp:cNvPr id="0" name=""/>
        <dsp:cNvSpPr/>
      </dsp:nvSpPr>
      <dsp:spPr>
        <a:xfrm>
          <a:off x="999680" y="130177"/>
          <a:ext cx="1248648" cy="499459"/>
        </a:xfrm>
        <a:prstGeom prst="chevron">
          <a:avLst/>
        </a:prstGeom>
        <a:solidFill>
          <a:schemeClr val="accent3">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21336" rIns="10668" bIns="21336" numCol="1" spcCol="1270" anchor="ctr" anchorCtr="0">
          <a:noAutofit/>
        </a:bodyPr>
        <a:lstStyle/>
        <a:p>
          <a:pPr marL="0" lvl="0" indent="0" algn="ctr" defTabSz="355600">
            <a:lnSpc>
              <a:spcPct val="90000"/>
            </a:lnSpc>
            <a:spcBef>
              <a:spcPct val="0"/>
            </a:spcBef>
            <a:spcAft>
              <a:spcPct val="35000"/>
            </a:spcAft>
            <a:buNone/>
          </a:pPr>
          <a:r>
            <a:rPr lang="de-DE" sz="800" kern="1200" dirty="0"/>
            <a:t>Birdseye_</a:t>
          </a:r>
          <a:br>
            <a:rPr lang="de-DE" sz="800" kern="1200" dirty="0"/>
          </a:br>
          <a:r>
            <a:rPr lang="de-DE" sz="800" kern="1200" dirty="0"/>
            <a:t>Node</a:t>
          </a:r>
        </a:p>
      </dsp:txBody>
      <dsp:txXfrm>
        <a:off x="1249410" y="130177"/>
        <a:ext cx="749189" cy="499459"/>
      </dsp:txXfrm>
    </dsp:sp>
    <dsp:sp modelId="{652A39D3-F429-44F0-B68F-2347DA867BC5}">
      <dsp:nvSpPr>
        <dsp:cNvPr id="0" name=""/>
        <dsp:cNvSpPr/>
      </dsp:nvSpPr>
      <dsp:spPr>
        <a:xfrm>
          <a:off x="1998599" y="130177"/>
          <a:ext cx="1248648" cy="499459"/>
        </a:xfrm>
        <a:prstGeom prst="chevron">
          <a:avLst/>
        </a:prstGeom>
        <a:solidFill>
          <a:schemeClr val="accent3">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21336" rIns="10668" bIns="21336" numCol="1" spcCol="1270" anchor="ctr" anchorCtr="0">
          <a:noAutofit/>
        </a:bodyPr>
        <a:lstStyle/>
        <a:p>
          <a:pPr marL="0" lvl="0" indent="0" algn="ctr" defTabSz="355600">
            <a:lnSpc>
              <a:spcPct val="90000"/>
            </a:lnSpc>
            <a:spcBef>
              <a:spcPct val="0"/>
            </a:spcBef>
            <a:spcAft>
              <a:spcPct val="35000"/>
            </a:spcAft>
            <a:buNone/>
          </a:pPr>
          <a:r>
            <a:rPr lang="de-DE" sz="800" kern="1200" dirty="0" err="1"/>
            <a:t>Birdseye_With</a:t>
          </a:r>
          <a:r>
            <a:rPr lang="de-DE" sz="800" kern="1200" dirty="0"/>
            <a:t>_</a:t>
          </a:r>
          <a:br>
            <a:rPr lang="de-DE" sz="800" kern="1200" dirty="0"/>
          </a:br>
          <a:r>
            <a:rPr lang="de-DE" sz="800" kern="1200" dirty="0" err="1"/>
            <a:t>LiDAR_Node</a:t>
          </a:r>
          <a:endParaRPr lang="de-DE" sz="800" kern="1200" dirty="0"/>
        </a:p>
      </dsp:txBody>
      <dsp:txXfrm>
        <a:off x="2248329" y="130177"/>
        <a:ext cx="749189" cy="499459"/>
      </dsp:txXfrm>
    </dsp:sp>
    <dsp:sp modelId="{FC39C9DF-4551-4D23-92BD-CAA8BC814F1D}">
      <dsp:nvSpPr>
        <dsp:cNvPr id="0" name=""/>
        <dsp:cNvSpPr/>
      </dsp:nvSpPr>
      <dsp:spPr>
        <a:xfrm>
          <a:off x="2997517" y="130177"/>
          <a:ext cx="1248648" cy="499459"/>
        </a:xfrm>
        <a:prstGeom prst="chevron">
          <a:avLst/>
        </a:prstGeom>
        <a:solidFill>
          <a:srgbClr val="AF708B"/>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21336" rIns="10668" bIns="21336" numCol="1" spcCol="1270" anchor="ctr" anchorCtr="0">
          <a:noAutofit/>
        </a:bodyPr>
        <a:lstStyle/>
        <a:p>
          <a:pPr marL="0" lvl="0" indent="0" algn="ctr" defTabSz="355600">
            <a:lnSpc>
              <a:spcPct val="90000"/>
            </a:lnSpc>
            <a:spcBef>
              <a:spcPct val="0"/>
            </a:spcBef>
            <a:spcAft>
              <a:spcPct val="35000"/>
            </a:spcAft>
            <a:buNone/>
          </a:pPr>
          <a:r>
            <a:rPr lang="de-DE" sz="800" kern="1200" dirty="0" err="1"/>
            <a:t>Follow_Line</a:t>
          </a:r>
          <a:r>
            <a:rPr lang="de-DE" sz="800" kern="1200" dirty="0"/>
            <a:t>_</a:t>
          </a:r>
          <a:br>
            <a:rPr lang="de-DE" sz="800" kern="1200" dirty="0"/>
          </a:br>
          <a:r>
            <a:rPr lang="de-DE" sz="800" kern="1200" dirty="0"/>
            <a:t>Node</a:t>
          </a:r>
        </a:p>
      </dsp:txBody>
      <dsp:txXfrm>
        <a:off x="3247247" y="130177"/>
        <a:ext cx="749189" cy="499459"/>
      </dsp:txXfrm>
    </dsp:sp>
    <dsp:sp modelId="{8ABCD2AC-1155-4856-95B0-CF641EB23FDE}">
      <dsp:nvSpPr>
        <dsp:cNvPr id="0" name=""/>
        <dsp:cNvSpPr/>
      </dsp:nvSpPr>
      <dsp:spPr>
        <a:xfrm>
          <a:off x="3996436" y="130177"/>
          <a:ext cx="1248648" cy="499459"/>
        </a:xfrm>
        <a:prstGeom prst="chevron">
          <a:avLst/>
        </a:prstGeom>
        <a:solidFill>
          <a:schemeClr val="accent3">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21336" rIns="10668" bIns="21336" numCol="1" spcCol="1270" anchor="ctr" anchorCtr="0">
          <a:noAutofit/>
        </a:bodyPr>
        <a:lstStyle/>
        <a:p>
          <a:pPr marL="0" lvl="0" indent="0" algn="ctr" defTabSz="355600">
            <a:lnSpc>
              <a:spcPct val="90000"/>
            </a:lnSpc>
            <a:spcBef>
              <a:spcPct val="0"/>
            </a:spcBef>
            <a:spcAft>
              <a:spcPct val="35000"/>
            </a:spcAft>
            <a:buNone/>
          </a:pPr>
          <a:r>
            <a:rPr lang="de-DE" sz="800" kern="1200" dirty="0"/>
            <a:t>Zusammenspiel der Nodes</a:t>
          </a:r>
        </a:p>
      </dsp:txBody>
      <dsp:txXfrm>
        <a:off x="4246166" y="130177"/>
        <a:ext cx="749189" cy="499459"/>
      </dsp:txXfrm>
    </dsp:sp>
    <dsp:sp modelId="{75CC07CA-ADFD-4188-800F-E0E46DC27D0B}">
      <dsp:nvSpPr>
        <dsp:cNvPr id="0" name=""/>
        <dsp:cNvSpPr/>
      </dsp:nvSpPr>
      <dsp:spPr>
        <a:xfrm>
          <a:off x="4995354" y="130177"/>
          <a:ext cx="1248648" cy="499459"/>
        </a:xfrm>
        <a:prstGeom prst="chevron">
          <a:avLst/>
        </a:prstGeom>
        <a:solidFill>
          <a:schemeClr val="accent3">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21336" rIns="10668" bIns="21336" numCol="1" spcCol="1270" anchor="ctr" anchorCtr="0">
          <a:noAutofit/>
        </a:bodyPr>
        <a:lstStyle/>
        <a:p>
          <a:pPr marL="0" lvl="0" indent="0" algn="ctr" defTabSz="355600">
            <a:lnSpc>
              <a:spcPct val="90000"/>
            </a:lnSpc>
            <a:spcBef>
              <a:spcPct val="0"/>
            </a:spcBef>
            <a:spcAft>
              <a:spcPct val="35000"/>
            </a:spcAft>
            <a:buNone/>
          </a:pPr>
          <a:r>
            <a:rPr lang="de-DE" sz="800" kern="1200" dirty="0"/>
            <a:t>Fahren …</a:t>
          </a:r>
        </a:p>
      </dsp:txBody>
      <dsp:txXfrm>
        <a:off x="5245084" y="130177"/>
        <a:ext cx="749189" cy="499459"/>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7F5C41-158D-4160-AA0E-A9E925436152}">
      <dsp:nvSpPr>
        <dsp:cNvPr id="0" name=""/>
        <dsp:cNvSpPr/>
      </dsp:nvSpPr>
      <dsp:spPr>
        <a:xfrm>
          <a:off x="762" y="130177"/>
          <a:ext cx="1248648" cy="499459"/>
        </a:xfrm>
        <a:prstGeom prst="homePlate">
          <a:avLst/>
        </a:prstGeom>
        <a:solidFill>
          <a:schemeClr val="accent3">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2672" tIns="21336" rIns="10668" bIns="21336" numCol="1" spcCol="1270" anchor="ctr" anchorCtr="0">
          <a:noAutofit/>
        </a:bodyPr>
        <a:lstStyle/>
        <a:p>
          <a:pPr marL="0" lvl="0" indent="0" algn="ctr" defTabSz="355600">
            <a:lnSpc>
              <a:spcPct val="90000"/>
            </a:lnSpc>
            <a:spcBef>
              <a:spcPct val="0"/>
            </a:spcBef>
            <a:spcAft>
              <a:spcPct val="35000"/>
            </a:spcAft>
            <a:buNone/>
          </a:pPr>
          <a:r>
            <a:rPr lang="de-DE" sz="800" kern="1200" dirty="0" err="1"/>
            <a:t>Rectified</a:t>
          </a:r>
          <a:r>
            <a:rPr lang="de-DE" sz="800" kern="1200" dirty="0"/>
            <a:t>_</a:t>
          </a:r>
          <a:br>
            <a:rPr lang="de-DE" sz="800" kern="1200" dirty="0"/>
          </a:br>
          <a:r>
            <a:rPr lang="de-DE" sz="800" kern="1200" dirty="0" err="1"/>
            <a:t>Image_Node</a:t>
          </a:r>
          <a:endParaRPr lang="de-DE" sz="800" kern="1200" dirty="0"/>
        </a:p>
      </dsp:txBody>
      <dsp:txXfrm>
        <a:off x="762" y="130177"/>
        <a:ext cx="1123783" cy="499459"/>
      </dsp:txXfrm>
    </dsp:sp>
    <dsp:sp modelId="{47E5C38D-7DBB-4591-AF37-3E0560EA7B5D}">
      <dsp:nvSpPr>
        <dsp:cNvPr id="0" name=""/>
        <dsp:cNvSpPr/>
      </dsp:nvSpPr>
      <dsp:spPr>
        <a:xfrm>
          <a:off x="999680" y="130177"/>
          <a:ext cx="1248648" cy="499459"/>
        </a:xfrm>
        <a:prstGeom prst="chevron">
          <a:avLst/>
        </a:prstGeom>
        <a:solidFill>
          <a:schemeClr val="accent3">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21336" rIns="10668" bIns="21336" numCol="1" spcCol="1270" anchor="ctr" anchorCtr="0">
          <a:noAutofit/>
        </a:bodyPr>
        <a:lstStyle/>
        <a:p>
          <a:pPr marL="0" lvl="0" indent="0" algn="ctr" defTabSz="355600">
            <a:lnSpc>
              <a:spcPct val="90000"/>
            </a:lnSpc>
            <a:spcBef>
              <a:spcPct val="0"/>
            </a:spcBef>
            <a:spcAft>
              <a:spcPct val="35000"/>
            </a:spcAft>
            <a:buNone/>
          </a:pPr>
          <a:r>
            <a:rPr lang="de-DE" sz="800" kern="1200" dirty="0"/>
            <a:t>Birdseye_</a:t>
          </a:r>
          <a:br>
            <a:rPr lang="de-DE" sz="800" kern="1200" dirty="0"/>
          </a:br>
          <a:r>
            <a:rPr lang="de-DE" sz="800" kern="1200" dirty="0"/>
            <a:t>Node</a:t>
          </a:r>
        </a:p>
      </dsp:txBody>
      <dsp:txXfrm>
        <a:off x="1249410" y="130177"/>
        <a:ext cx="749189" cy="499459"/>
      </dsp:txXfrm>
    </dsp:sp>
    <dsp:sp modelId="{652A39D3-F429-44F0-B68F-2347DA867BC5}">
      <dsp:nvSpPr>
        <dsp:cNvPr id="0" name=""/>
        <dsp:cNvSpPr/>
      </dsp:nvSpPr>
      <dsp:spPr>
        <a:xfrm>
          <a:off x="1998599" y="130177"/>
          <a:ext cx="1248648" cy="499459"/>
        </a:xfrm>
        <a:prstGeom prst="chevron">
          <a:avLst/>
        </a:prstGeom>
        <a:solidFill>
          <a:schemeClr val="accent3">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21336" rIns="10668" bIns="21336" numCol="1" spcCol="1270" anchor="ctr" anchorCtr="0">
          <a:noAutofit/>
        </a:bodyPr>
        <a:lstStyle/>
        <a:p>
          <a:pPr marL="0" lvl="0" indent="0" algn="ctr" defTabSz="355600">
            <a:lnSpc>
              <a:spcPct val="90000"/>
            </a:lnSpc>
            <a:spcBef>
              <a:spcPct val="0"/>
            </a:spcBef>
            <a:spcAft>
              <a:spcPct val="35000"/>
            </a:spcAft>
            <a:buNone/>
          </a:pPr>
          <a:r>
            <a:rPr lang="de-DE" sz="800" kern="1200" dirty="0" err="1"/>
            <a:t>Birdseye_With</a:t>
          </a:r>
          <a:r>
            <a:rPr lang="de-DE" sz="800" kern="1200" dirty="0"/>
            <a:t>_</a:t>
          </a:r>
          <a:br>
            <a:rPr lang="de-DE" sz="800" kern="1200" dirty="0"/>
          </a:br>
          <a:r>
            <a:rPr lang="de-DE" sz="800" kern="1200" dirty="0" err="1"/>
            <a:t>LiDAR_Node</a:t>
          </a:r>
          <a:endParaRPr lang="de-DE" sz="800" kern="1200" dirty="0"/>
        </a:p>
      </dsp:txBody>
      <dsp:txXfrm>
        <a:off x="2248329" y="130177"/>
        <a:ext cx="749189" cy="499459"/>
      </dsp:txXfrm>
    </dsp:sp>
    <dsp:sp modelId="{FC39C9DF-4551-4D23-92BD-CAA8BC814F1D}">
      <dsp:nvSpPr>
        <dsp:cNvPr id="0" name=""/>
        <dsp:cNvSpPr/>
      </dsp:nvSpPr>
      <dsp:spPr>
        <a:xfrm>
          <a:off x="2997517" y="130177"/>
          <a:ext cx="1248648" cy="499459"/>
        </a:xfrm>
        <a:prstGeom prst="chevron">
          <a:avLst/>
        </a:prstGeom>
        <a:solidFill>
          <a:srgbClr val="AF708B"/>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21336" rIns="10668" bIns="21336" numCol="1" spcCol="1270" anchor="ctr" anchorCtr="0">
          <a:noAutofit/>
        </a:bodyPr>
        <a:lstStyle/>
        <a:p>
          <a:pPr marL="0" lvl="0" indent="0" algn="ctr" defTabSz="355600">
            <a:lnSpc>
              <a:spcPct val="90000"/>
            </a:lnSpc>
            <a:spcBef>
              <a:spcPct val="0"/>
            </a:spcBef>
            <a:spcAft>
              <a:spcPct val="35000"/>
            </a:spcAft>
            <a:buNone/>
          </a:pPr>
          <a:r>
            <a:rPr lang="de-DE" sz="800" kern="1200" dirty="0" err="1"/>
            <a:t>Follow_Line</a:t>
          </a:r>
          <a:r>
            <a:rPr lang="de-DE" sz="800" kern="1200" dirty="0"/>
            <a:t>_</a:t>
          </a:r>
          <a:br>
            <a:rPr lang="de-DE" sz="800" kern="1200" dirty="0"/>
          </a:br>
          <a:r>
            <a:rPr lang="de-DE" sz="800" kern="1200" dirty="0"/>
            <a:t>Node</a:t>
          </a:r>
        </a:p>
      </dsp:txBody>
      <dsp:txXfrm>
        <a:off x="3247247" y="130177"/>
        <a:ext cx="749189" cy="499459"/>
      </dsp:txXfrm>
    </dsp:sp>
    <dsp:sp modelId="{8ABCD2AC-1155-4856-95B0-CF641EB23FDE}">
      <dsp:nvSpPr>
        <dsp:cNvPr id="0" name=""/>
        <dsp:cNvSpPr/>
      </dsp:nvSpPr>
      <dsp:spPr>
        <a:xfrm>
          <a:off x="3996436" y="130177"/>
          <a:ext cx="1248648" cy="499459"/>
        </a:xfrm>
        <a:prstGeom prst="chevron">
          <a:avLst/>
        </a:prstGeom>
        <a:solidFill>
          <a:schemeClr val="accent3">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21336" rIns="10668" bIns="21336" numCol="1" spcCol="1270" anchor="ctr" anchorCtr="0">
          <a:noAutofit/>
        </a:bodyPr>
        <a:lstStyle/>
        <a:p>
          <a:pPr marL="0" lvl="0" indent="0" algn="ctr" defTabSz="355600">
            <a:lnSpc>
              <a:spcPct val="90000"/>
            </a:lnSpc>
            <a:spcBef>
              <a:spcPct val="0"/>
            </a:spcBef>
            <a:spcAft>
              <a:spcPct val="35000"/>
            </a:spcAft>
            <a:buNone/>
          </a:pPr>
          <a:r>
            <a:rPr lang="de-DE" sz="800" kern="1200" dirty="0"/>
            <a:t>Zusammenspiel der Nodes</a:t>
          </a:r>
        </a:p>
      </dsp:txBody>
      <dsp:txXfrm>
        <a:off x="4246166" y="130177"/>
        <a:ext cx="749189" cy="499459"/>
      </dsp:txXfrm>
    </dsp:sp>
    <dsp:sp modelId="{75CC07CA-ADFD-4188-800F-E0E46DC27D0B}">
      <dsp:nvSpPr>
        <dsp:cNvPr id="0" name=""/>
        <dsp:cNvSpPr/>
      </dsp:nvSpPr>
      <dsp:spPr>
        <a:xfrm>
          <a:off x="4995354" y="130177"/>
          <a:ext cx="1248648" cy="499459"/>
        </a:xfrm>
        <a:prstGeom prst="chevron">
          <a:avLst/>
        </a:prstGeom>
        <a:solidFill>
          <a:schemeClr val="accent3">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21336" rIns="10668" bIns="21336" numCol="1" spcCol="1270" anchor="ctr" anchorCtr="0">
          <a:noAutofit/>
        </a:bodyPr>
        <a:lstStyle/>
        <a:p>
          <a:pPr marL="0" lvl="0" indent="0" algn="ctr" defTabSz="355600">
            <a:lnSpc>
              <a:spcPct val="90000"/>
            </a:lnSpc>
            <a:spcBef>
              <a:spcPct val="0"/>
            </a:spcBef>
            <a:spcAft>
              <a:spcPct val="35000"/>
            </a:spcAft>
            <a:buNone/>
          </a:pPr>
          <a:r>
            <a:rPr lang="de-DE" sz="800" kern="1200" dirty="0"/>
            <a:t>Fahren …</a:t>
          </a:r>
        </a:p>
      </dsp:txBody>
      <dsp:txXfrm>
        <a:off x="5245084" y="130177"/>
        <a:ext cx="749189" cy="499459"/>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7F5C41-158D-4160-AA0E-A9E925436152}">
      <dsp:nvSpPr>
        <dsp:cNvPr id="0" name=""/>
        <dsp:cNvSpPr/>
      </dsp:nvSpPr>
      <dsp:spPr>
        <a:xfrm>
          <a:off x="762" y="130177"/>
          <a:ext cx="1248648" cy="499459"/>
        </a:xfrm>
        <a:prstGeom prst="homePlate">
          <a:avLst/>
        </a:prstGeom>
        <a:solidFill>
          <a:schemeClr val="accent3">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2672" tIns="21336" rIns="10668" bIns="21336" numCol="1" spcCol="1270" anchor="ctr" anchorCtr="0">
          <a:noAutofit/>
        </a:bodyPr>
        <a:lstStyle/>
        <a:p>
          <a:pPr marL="0" lvl="0" indent="0" algn="ctr" defTabSz="355600">
            <a:lnSpc>
              <a:spcPct val="90000"/>
            </a:lnSpc>
            <a:spcBef>
              <a:spcPct val="0"/>
            </a:spcBef>
            <a:spcAft>
              <a:spcPct val="35000"/>
            </a:spcAft>
            <a:buNone/>
          </a:pPr>
          <a:r>
            <a:rPr lang="de-DE" sz="800" kern="1200" dirty="0" err="1"/>
            <a:t>Rectified</a:t>
          </a:r>
          <a:r>
            <a:rPr lang="de-DE" sz="800" kern="1200" dirty="0"/>
            <a:t>_</a:t>
          </a:r>
          <a:br>
            <a:rPr lang="de-DE" sz="800" kern="1200" dirty="0"/>
          </a:br>
          <a:r>
            <a:rPr lang="de-DE" sz="800" kern="1200" dirty="0" err="1"/>
            <a:t>Image_Node</a:t>
          </a:r>
          <a:endParaRPr lang="de-DE" sz="800" kern="1200" dirty="0"/>
        </a:p>
      </dsp:txBody>
      <dsp:txXfrm>
        <a:off x="762" y="130177"/>
        <a:ext cx="1123783" cy="499459"/>
      </dsp:txXfrm>
    </dsp:sp>
    <dsp:sp modelId="{47E5C38D-7DBB-4591-AF37-3E0560EA7B5D}">
      <dsp:nvSpPr>
        <dsp:cNvPr id="0" name=""/>
        <dsp:cNvSpPr/>
      </dsp:nvSpPr>
      <dsp:spPr>
        <a:xfrm>
          <a:off x="999680" y="130177"/>
          <a:ext cx="1248648" cy="499459"/>
        </a:xfrm>
        <a:prstGeom prst="chevron">
          <a:avLst/>
        </a:prstGeom>
        <a:solidFill>
          <a:schemeClr val="accent3">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21336" rIns="10668" bIns="21336" numCol="1" spcCol="1270" anchor="ctr" anchorCtr="0">
          <a:noAutofit/>
        </a:bodyPr>
        <a:lstStyle/>
        <a:p>
          <a:pPr marL="0" lvl="0" indent="0" algn="ctr" defTabSz="355600">
            <a:lnSpc>
              <a:spcPct val="90000"/>
            </a:lnSpc>
            <a:spcBef>
              <a:spcPct val="0"/>
            </a:spcBef>
            <a:spcAft>
              <a:spcPct val="35000"/>
            </a:spcAft>
            <a:buNone/>
          </a:pPr>
          <a:r>
            <a:rPr lang="de-DE" sz="800" kern="1200" dirty="0"/>
            <a:t>Birdseye_</a:t>
          </a:r>
          <a:br>
            <a:rPr lang="de-DE" sz="800" kern="1200" dirty="0"/>
          </a:br>
          <a:r>
            <a:rPr lang="de-DE" sz="800" kern="1200" dirty="0"/>
            <a:t>Node</a:t>
          </a:r>
        </a:p>
      </dsp:txBody>
      <dsp:txXfrm>
        <a:off x="1249410" y="130177"/>
        <a:ext cx="749189" cy="499459"/>
      </dsp:txXfrm>
    </dsp:sp>
    <dsp:sp modelId="{652A39D3-F429-44F0-B68F-2347DA867BC5}">
      <dsp:nvSpPr>
        <dsp:cNvPr id="0" name=""/>
        <dsp:cNvSpPr/>
      </dsp:nvSpPr>
      <dsp:spPr>
        <a:xfrm>
          <a:off x="1998599" y="130177"/>
          <a:ext cx="1248648" cy="499459"/>
        </a:xfrm>
        <a:prstGeom prst="chevron">
          <a:avLst/>
        </a:prstGeom>
        <a:solidFill>
          <a:schemeClr val="accent3">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21336" rIns="10668" bIns="21336" numCol="1" spcCol="1270" anchor="ctr" anchorCtr="0">
          <a:noAutofit/>
        </a:bodyPr>
        <a:lstStyle/>
        <a:p>
          <a:pPr marL="0" lvl="0" indent="0" algn="ctr" defTabSz="355600">
            <a:lnSpc>
              <a:spcPct val="90000"/>
            </a:lnSpc>
            <a:spcBef>
              <a:spcPct val="0"/>
            </a:spcBef>
            <a:spcAft>
              <a:spcPct val="35000"/>
            </a:spcAft>
            <a:buNone/>
          </a:pPr>
          <a:r>
            <a:rPr lang="de-DE" sz="800" kern="1200" dirty="0" err="1"/>
            <a:t>Birdseye_With</a:t>
          </a:r>
          <a:r>
            <a:rPr lang="de-DE" sz="800" kern="1200" dirty="0"/>
            <a:t>_</a:t>
          </a:r>
          <a:br>
            <a:rPr lang="de-DE" sz="800" kern="1200" dirty="0"/>
          </a:br>
          <a:r>
            <a:rPr lang="de-DE" sz="800" kern="1200" dirty="0" err="1"/>
            <a:t>LiDAR_Node</a:t>
          </a:r>
          <a:endParaRPr lang="de-DE" sz="800" kern="1200" dirty="0"/>
        </a:p>
      </dsp:txBody>
      <dsp:txXfrm>
        <a:off x="2248329" y="130177"/>
        <a:ext cx="749189" cy="499459"/>
      </dsp:txXfrm>
    </dsp:sp>
    <dsp:sp modelId="{FC39C9DF-4551-4D23-92BD-CAA8BC814F1D}">
      <dsp:nvSpPr>
        <dsp:cNvPr id="0" name=""/>
        <dsp:cNvSpPr/>
      </dsp:nvSpPr>
      <dsp:spPr>
        <a:xfrm>
          <a:off x="2997517" y="130177"/>
          <a:ext cx="1248648" cy="499459"/>
        </a:xfrm>
        <a:prstGeom prst="chevron">
          <a:avLst/>
        </a:prstGeom>
        <a:solidFill>
          <a:schemeClr val="accent3">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21336" rIns="10668" bIns="21336" numCol="1" spcCol="1270" anchor="ctr" anchorCtr="0">
          <a:noAutofit/>
        </a:bodyPr>
        <a:lstStyle/>
        <a:p>
          <a:pPr marL="0" lvl="0" indent="0" algn="ctr" defTabSz="355600">
            <a:lnSpc>
              <a:spcPct val="90000"/>
            </a:lnSpc>
            <a:spcBef>
              <a:spcPct val="0"/>
            </a:spcBef>
            <a:spcAft>
              <a:spcPct val="35000"/>
            </a:spcAft>
            <a:buNone/>
          </a:pPr>
          <a:r>
            <a:rPr lang="de-DE" sz="800" kern="1200" dirty="0" err="1"/>
            <a:t>Follow_Line</a:t>
          </a:r>
          <a:r>
            <a:rPr lang="de-DE" sz="800" kern="1200" dirty="0"/>
            <a:t>_</a:t>
          </a:r>
          <a:br>
            <a:rPr lang="de-DE" sz="800" kern="1200" dirty="0"/>
          </a:br>
          <a:r>
            <a:rPr lang="de-DE" sz="800" kern="1200" dirty="0"/>
            <a:t>Node</a:t>
          </a:r>
        </a:p>
      </dsp:txBody>
      <dsp:txXfrm>
        <a:off x="3247247" y="130177"/>
        <a:ext cx="749189" cy="499459"/>
      </dsp:txXfrm>
    </dsp:sp>
    <dsp:sp modelId="{8ABCD2AC-1155-4856-95B0-CF641EB23FDE}">
      <dsp:nvSpPr>
        <dsp:cNvPr id="0" name=""/>
        <dsp:cNvSpPr/>
      </dsp:nvSpPr>
      <dsp:spPr>
        <a:xfrm>
          <a:off x="3996436" y="130177"/>
          <a:ext cx="1248648" cy="499459"/>
        </a:xfrm>
        <a:prstGeom prst="chevron">
          <a:avLst/>
        </a:prstGeom>
        <a:solidFill>
          <a:srgbClr val="AF708B"/>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21336" rIns="10668" bIns="21336" numCol="1" spcCol="1270" anchor="ctr" anchorCtr="0">
          <a:noAutofit/>
        </a:bodyPr>
        <a:lstStyle/>
        <a:p>
          <a:pPr marL="0" lvl="0" indent="0" algn="ctr" defTabSz="355600">
            <a:lnSpc>
              <a:spcPct val="90000"/>
            </a:lnSpc>
            <a:spcBef>
              <a:spcPct val="0"/>
            </a:spcBef>
            <a:spcAft>
              <a:spcPct val="35000"/>
            </a:spcAft>
            <a:buNone/>
          </a:pPr>
          <a:r>
            <a:rPr lang="de-DE" sz="800" kern="1200" dirty="0"/>
            <a:t>Zusammenspiel der Nodes</a:t>
          </a:r>
        </a:p>
      </dsp:txBody>
      <dsp:txXfrm>
        <a:off x="4246166" y="130177"/>
        <a:ext cx="749189" cy="499459"/>
      </dsp:txXfrm>
    </dsp:sp>
    <dsp:sp modelId="{75CC07CA-ADFD-4188-800F-E0E46DC27D0B}">
      <dsp:nvSpPr>
        <dsp:cNvPr id="0" name=""/>
        <dsp:cNvSpPr/>
      </dsp:nvSpPr>
      <dsp:spPr>
        <a:xfrm>
          <a:off x="4995354" y="130177"/>
          <a:ext cx="1248648" cy="499459"/>
        </a:xfrm>
        <a:prstGeom prst="chevron">
          <a:avLst/>
        </a:prstGeom>
        <a:solidFill>
          <a:schemeClr val="accent3">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21336" rIns="10668" bIns="21336" numCol="1" spcCol="1270" anchor="ctr" anchorCtr="0">
          <a:noAutofit/>
        </a:bodyPr>
        <a:lstStyle/>
        <a:p>
          <a:pPr marL="0" lvl="0" indent="0" algn="ctr" defTabSz="355600">
            <a:lnSpc>
              <a:spcPct val="90000"/>
            </a:lnSpc>
            <a:spcBef>
              <a:spcPct val="0"/>
            </a:spcBef>
            <a:spcAft>
              <a:spcPct val="35000"/>
            </a:spcAft>
            <a:buNone/>
          </a:pPr>
          <a:r>
            <a:rPr lang="de-DE" sz="800" kern="1200" dirty="0"/>
            <a:t>Fahren …</a:t>
          </a:r>
        </a:p>
      </dsp:txBody>
      <dsp:txXfrm>
        <a:off x="5245084" y="130177"/>
        <a:ext cx="749189" cy="499459"/>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7F5C41-158D-4160-AA0E-A9E925436152}">
      <dsp:nvSpPr>
        <dsp:cNvPr id="0" name=""/>
        <dsp:cNvSpPr/>
      </dsp:nvSpPr>
      <dsp:spPr>
        <a:xfrm>
          <a:off x="762" y="130177"/>
          <a:ext cx="1248648" cy="499459"/>
        </a:xfrm>
        <a:prstGeom prst="homePlate">
          <a:avLst/>
        </a:prstGeom>
        <a:solidFill>
          <a:schemeClr val="accent3">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2672" tIns="21336" rIns="10668" bIns="21336" numCol="1" spcCol="1270" anchor="ctr" anchorCtr="0">
          <a:noAutofit/>
        </a:bodyPr>
        <a:lstStyle/>
        <a:p>
          <a:pPr marL="0" lvl="0" indent="0" algn="ctr" defTabSz="355600">
            <a:lnSpc>
              <a:spcPct val="90000"/>
            </a:lnSpc>
            <a:spcBef>
              <a:spcPct val="0"/>
            </a:spcBef>
            <a:spcAft>
              <a:spcPct val="35000"/>
            </a:spcAft>
            <a:buNone/>
          </a:pPr>
          <a:r>
            <a:rPr lang="de-DE" sz="800" kern="1200" dirty="0" err="1"/>
            <a:t>Rectified</a:t>
          </a:r>
          <a:r>
            <a:rPr lang="de-DE" sz="800" kern="1200" dirty="0"/>
            <a:t>_</a:t>
          </a:r>
          <a:br>
            <a:rPr lang="de-DE" sz="800" kern="1200" dirty="0"/>
          </a:br>
          <a:r>
            <a:rPr lang="de-DE" sz="800" kern="1200" dirty="0" err="1"/>
            <a:t>Image_Node</a:t>
          </a:r>
          <a:endParaRPr lang="de-DE" sz="800" kern="1200" dirty="0"/>
        </a:p>
      </dsp:txBody>
      <dsp:txXfrm>
        <a:off x="762" y="130177"/>
        <a:ext cx="1123783" cy="499459"/>
      </dsp:txXfrm>
    </dsp:sp>
    <dsp:sp modelId="{47E5C38D-7DBB-4591-AF37-3E0560EA7B5D}">
      <dsp:nvSpPr>
        <dsp:cNvPr id="0" name=""/>
        <dsp:cNvSpPr/>
      </dsp:nvSpPr>
      <dsp:spPr>
        <a:xfrm>
          <a:off x="999680" y="130177"/>
          <a:ext cx="1248648" cy="499459"/>
        </a:xfrm>
        <a:prstGeom prst="chevron">
          <a:avLst/>
        </a:prstGeom>
        <a:solidFill>
          <a:schemeClr val="accent3">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21336" rIns="10668" bIns="21336" numCol="1" spcCol="1270" anchor="ctr" anchorCtr="0">
          <a:noAutofit/>
        </a:bodyPr>
        <a:lstStyle/>
        <a:p>
          <a:pPr marL="0" lvl="0" indent="0" algn="ctr" defTabSz="355600">
            <a:lnSpc>
              <a:spcPct val="90000"/>
            </a:lnSpc>
            <a:spcBef>
              <a:spcPct val="0"/>
            </a:spcBef>
            <a:spcAft>
              <a:spcPct val="35000"/>
            </a:spcAft>
            <a:buNone/>
          </a:pPr>
          <a:r>
            <a:rPr lang="de-DE" sz="800" kern="1200" dirty="0"/>
            <a:t>Birdseye_</a:t>
          </a:r>
          <a:br>
            <a:rPr lang="de-DE" sz="800" kern="1200" dirty="0"/>
          </a:br>
          <a:r>
            <a:rPr lang="de-DE" sz="800" kern="1200" dirty="0"/>
            <a:t>Node</a:t>
          </a:r>
        </a:p>
      </dsp:txBody>
      <dsp:txXfrm>
        <a:off x="1249410" y="130177"/>
        <a:ext cx="749189" cy="499459"/>
      </dsp:txXfrm>
    </dsp:sp>
    <dsp:sp modelId="{652A39D3-F429-44F0-B68F-2347DA867BC5}">
      <dsp:nvSpPr>
        <dsp:cNvPr id="0" name=""/>
        <dsp:cNvSpPr/>
      </dsp:nvSpPr>
      <dsp:spPr>
        <a:xfrm>
          <a:off x="1998599" y="130177"/>
          <a:ext cx="1248648" cy="499459"/>
        </a:xfrm>
        <a:prstGeom prst="chevron">
          <a:avLst/>
        </a:prstGeom>
        <a:solidFill>
          <a:schemeClr val="accent3">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21336" rIns="10668" bIns="21336" numCol="1" spcCol="1270" anchor="ctr" anchorCtr="0">
          <a:noAutofit/>
        </a:bodyPr>
        <a:lstStyle/>
        <a:p>
          <a:pPr marL="0" lvl="0" indent="0" algn="ctr" defTabSz="355600">
            <a:lnSpc>
              <a:spcPct val="90000"/>
            </a:lnSpc>
            <a:spcBef>
              <a:spcPct val="0"/>
            </a:spcBef>
            <a:spcAft>
              <a:spcPct val="35000"/>
            </a:spcAft>
            <a:buNone/>
          </a:pPr>
          <a:r>
            <a:rPr lang="de-DE" sz="800" kern="1200" dirty="0" err="1"/>
            <a:t>Birdseye_With</a:t>
          </a:r>
          <a:r>
            <a:rPr lang="de-DE" sz="800" kern="1200" dirty="0"/>
            <a:t>_</a:t>
          </a:r>
          <a:br>
            <a:rPr lang="de-DE" sz="800" kern="1200" dirty="0"/>
          </a:br>
          <a:r>
            <a:rPr lang="de-DE" sz="800" kern="1200" dirty="0" err="1"/>
            <a:t>LiDAR_Node</a:t>
          </a:r>
          <a:endParaRPr lang="de-DE" sz="800" kern="1200" dirty="0"/>
        </a:p>
      </dsp:txBody>
      <dsp:txXfrm>
        <a:off x="2248329" y="130177"/>
        <a:ext cx="749189" cy="499459"/>
      </dsp:txXfrm>
    </dsp:sp>
    <dsp:sp modelId="{FC39C9DF-4551-4D23-92BD-CAA8BC814F1D}">
      <dsp:nvSpPr>
        <dsp:cNvPr id="0" name=""/>
        <dsp:cNvSpPr/>
      </dsp:nvSpPr>
      <dsp:spPr>
        <a:xfrm>
          <a:off x="2997517" y="130177"/>
          <a:ext cx="1248648" cy="499459"/>
        </a:xfrm>
        <a:prstGeom prst="chevron">
          <a:avLst/>
        </a:prstGeom>
        <a:solidFill>
          <a:schemeClr val="accent3">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21336" rIns="10668" bIns="21336" numCol="1" spcCol="1270" anchor="ctr" anchorCtr="0">
          <a:noAutofit/>
        </a:bodyPr>
        <a:lstStyle/>
        <a:p>
          <a:pPr marL="0" lvl="0" indent="0" algn="ctr" defTabSz="355600">
            <a:lnSpc>
              <a:spcPct val="90000"/>
            </a:lnSpc>
            <a:spcBef>
              <a:spcPct val="0"/>
            </a:spcBef>
            <a:spcAft>
              <a:spcPct val="35000"/>
            </a:spcAft>
            <a:buNone/>
          </a:pPr>
          <a:r>
            <a:rPr lang="de-DE" sz="800" kern="1200" dirty="0" err="1"/>
            <a:t>Follow_Line</a:t>
          </a:r>
          <a:r>
            <a:rPr lang="de-DE" sz="800" kern="1200" dirty="0"/>
            <a:t>_</a:t>
          </a:r>
          <a:br>
            <a:rPr lang="de-DE" sz="800" kern="1200" dirty="0"/>
          </a:br>
          <a:r>
            <a:rPr lang="de-DE" sz="800" kern="1200" dirty="0"/>
            <a:t>Node</a:t>
          </a:r>
        </a:p>
      </dsp:txBody>
      <dsp:txXfrm>
        <a:off x="3247247" y="130177"/>
        <a:ext cx="749189" cy="499459"/>
      </dsp:txXfrm>
    </dsp:sp>
    <dsp:sp modelId="{8ABCD2AC-1155-4856-95B0-CF641EB23FDE}">
      <dsp:nvSpPr>
        <dsp:cNvPr id="0" name=""/>
        <dsp:cNvSpPr/>
      </dsp:nvSpPr>
      <dsp:spPr>
        <a:xfrm>
          <a:off x="3996436" y="130177"/>
          <a:ext cx="1248648" cy="499459"/>
        </a:xfrm>
        <a:prstGeom prst="chevron">
          <a:avLst/>
        </a:prstGeom>
        <a:solidFill>
          <a:schemeClr val="accent3">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21336" rIns="10668" bIns="21336" numCol="1" spcCol="1270" anchor="ctr" anchorCtr="0">
          <a:noAutofit/>
        </a:bodyPr>
        <a:lstStyle/>
        <a:p>
          <a:pPr marL="0" lvl="0" indent="0" algn="ctr" defTabSz="355600">
            <a:lnSpc>
              <a:spcPct val="90000"/>
            </a:lnSpc>
            <a:spcBef>
              <a:spcPct val="0"/>
            </a:spcBef>
            <a:spcAft>
              <a:spcPct val="35000"/>
            </a:spcAft>
            <a:buNone/>
          </a:pPr>
          <a:r>
            <a:rPr lang="de-DE" sz="800" kern="1200" dirty="0"/>
            <a:t>Zusammenspiel der Nodes</a:t>
          </a:r>
        </a:p>
      </dsp:txBody>
      <dsp:txXfrm>
        <a:off x="4246166" y="130177"/>
        <a:ext cx="749189" cy="499459"/>
      </dsp:txXfrm>
    </dsp:sp>
    <dsp:sp modelId="{75CC07CA-ADFD-4188-800F-E0E46DC27D0B}">
      <dsp:nvSpPr>
        <dsp:cNvPr id="0" name=""/>
        <dsp:cNvSpPr/>
      </dsp:nvSpPr>
      <dsp:spPr>
        <a:xfrm>
          <a:off x="4995354" y="130177"/>
          <a:ext cx="1248648" cy="499459"/>
        </a:xfrm>
        <a:prstGeom prst="chevron">
          <a:avLst/>
        </a:prstGeom>
        <a:solidFill>
          <a:srgbClr val="AF708B"/>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004" tIns="21336" rIns="10668" bIns="21336" numCol="1" spcCol="1270" anchor="ctr" anchorCtr="0">
          <a:noAutofit/>
        </a:bodyPr>
        <a:lstStyle/>
        <a:p>
          <a:pPr marL="0" lvl="0" indent="0" algn="ctr" defTabSz="355600">
            <a:lnSpc>
              <a:spcPct val="90000"/>
            </a:lnSpc>
            <a:spcBef>
              <a:spcPct val="0"/>
            </a:spcBef>
            <a:spcAft>
              <a:spcPct val="35000"/>
            </a:spcAft>
            <a:buNone/>
          </a:pPr>
          <a:r>
            <a:rPr lang="de-DE" sz="800" kern="1200" dirty="0"/>
            <a:t>Fahren …</a:t>
          </a:r>
        </a:p>
      </dsp:txBody>
      <dsp:txXfrm>
        <a:off x="5245084" y="130177"/>
        <a:ext cx="749189" cy="499459"/>
      </dsp:txXfrm>
    </dsp:sp>
  </dsp:spTree>
</dsp:drawing>
</file>

<file path=ppt/diagrams/layout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4.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5.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6.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7.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8.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9.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0.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2.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3.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14.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4" name="Fußzeilenplatzhalt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5" name="Foliennummernplatzhalt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26F263B-1D8C-224B-A8D9-C23984E533A6}" type="slidenum">
              <a:rPr lang="de-DE" smtClean="0"/>
              <a:t>‹Nr.›</a:t>
            </a:fld>
            <a:endParaRPr lang="de-DE"/>
          </a:p>
        </p:txBody>
      </p:sp>
    </p:spTree>
    <p:extLst>
      <p:ext uri="{BB962C8B-B14F-4D97-AF65-F5344CB8AC3E}">
        <p14:creationId xmlns:p14="http://schemas.microsoft.com/office/powerpoint/2010/main" val="20756781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392B07F-8F9B-4148-89DC-6A2DF6C965F4}" type="datetimeFigureOut">
              <a:rPr lang="de-DE" smtClean="0"/>
              <a:t>05.03.2025</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C01F809-7105-3E49-8309-0F45E91F3F1F}" type="slidenum">
              <a:rPr lang="de-DE" smtClean="0"/>
              <a:t>‹Nr.›</a:t>
            </a:fld>
            <a:endParaRPr lang="de-DE"/>
          </a:p>
        </p:txBody>
      </p:sp>
    </p:spTree>
    <p:extLst>
      <p:ext uri="{BB962C8B-B14F-4D97-AF65-F5344CB8AC3E}">
        <p14:creationId xmlns:p14="http://schemas.microsoft.com/office/powerpoint/2010/main" val="966001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b="1" dirty="0"/>
              <a:t>Redner: Janis</a:t>
            </a:r>
          </a:p>
        </p:txBody>
      </p:sp>
      <p:sp>
        <p:nvSpPr>
          <p:cNvPr id="4" name="Foliennummernplatzhalter 3"/>
          <p:cNvSpPr>
            <a:spLocks noGrp="1"/>
          </p:cNvSpPr>
          <p:nvPr>
            <p:ph type="sldNum" sz="quarter" idx="5"/>
          </p:nvPr>
        </p:nvSpPr>
        <p:spPr/>
        <p:txBody>
          <a:bodyPr/>
          <a:lstStyle/>
          <a:p>
            <a:fld id="{5C01F809-7105-3E49-8309-0F45E91F3F1F}" type="slidenum">
              <a:rPr lang="de-DE" smtClean="0"/>
              <a:t>2</a:t>
            </a:fld>
            <a:endParaRPr lang="de-DE"/>
          </a:p>
        </p:txBody>
      </p:sp>
    </p:spTree>
    <p:extLst>
      <p:ext uri="{BB962C8B-B14F-4D97-AF65-F5344CB8AC3E}">
        <p14:creationId xmlns:p14="http://schemas.microsoft.com/office/powerpoint/2010/main" val="6630122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b="1" dirty="0"/>
              <a:t>Redner: Janis</a:t>
            </a:r>
          </a:p>
          <a:p>
            <a:endParaRPr lang="de-DE" dirty="0"/>
          </a:p>
        </p:txBody>
      </p:sp>
      <p:sp>
        <p:nvSpPr>
          <p:cNvPr id="4" name="Foliennummernplatzhalter 3"/>
          <p:cNvSpPr>
            <a:spLocks noGrp="1"/>
          </p:cNvSpPr>
          <p:nvPr>
            <p:ph type="sldNum" sz="quarter" idx="5"/>
          </p:nvPr>
        </p:nvSpPr>
        <p:spPr/>
        <p:txBody>
          <a:bodyPr/>
          <a:lstStyle/>
          <a:p>
            <a:fld id="{5C01F809-7105-3E49-8309-0F45E91F3F1F}" type="slidenum">
              <a:rPr lang="de-DE" smtClean="0"/>
              <a:t>3</a:t>
            </a:fld>
            <a:endParaRPr lang="de-DE"/>
          </a:p>
        </p:txBody>
      </p:sp>
    </p:spTree>
    <p:extLst>
      <p:ext uri="{BB962C8B-B14F-4D97-AF65-F5344CB8AC3E}">
        <p14:creationId xmlns:p14="http://schemas.microsoft.com/office/powerpoint/2010/main" val="16028789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8A4D6E-B54C-0D11-6E02-F3762494AFFC}"/>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31EBF9E0-C850-4923-866D-C67DC9AAA4FA}"/>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32D45DBE-9505-419D-962A-A15BF47F587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b="1" dirty="0"/>
              <a:t>Redner: Niklas</a:t>
            </a:r>
          </a:p>
          <a:p>
            <a:endParaRPr lang="de-DE" dirty="0"/>
          </a:p>
          <a:p>
            <a:endParaRPr lang="de-DE" dirty="0"/>
          </a:p>
          <a:p>
            <a:r>
              <a:rPr lang="de-DE" dirty="0"/>
              <a:t>Kameramatrix hat Brennweiten in x und y Richtung und Hauptpunkt der Kamera.</a:t>
            </a:r>
          </a:p>
          <a:p>
            <a:pPr>
              <a:buNone/>
            </a:pPr>
            <a:r>
              <a:rPr lang="de-DE" b="1" dirty="0"/>
              <a:t>Brennweite</a:t>
            </a:r>
            <a:r>
              <a:rPr lang="de-DE" dirty="0"/>
              <a:t>: gibt an, wie stark die Kamera Lichtstrahlen auf den Bildsensor fokussiert.</a:t>
            </a:r>
          </a:p>
          <a:p>
            <a:pPr>
              <a:buFont typeface="Arial" panose="020B0604020202020204" pitchFamily="34" charset="0"/>
              <a:buChar char="•"/>
            </a:pPr>
            <a:r>
              <a:rPr lang="de-DE" dirty="0"/>
              <a:t> Sie hängen </a:t>
            </a:r>
            <a:r>
              <a:rPr lang="de-DE" b="0" dirty="0"/>
              <a:t>von der tatsächlichen Brennweite der Linse und der Sensorauflösung ab.</a:t>
            </a:r>
          </a:p>
          <a:p>
            <a:pPr>
              <a:buFont typeface="Arial" panose="020B0604020202020204" pitchFamily="34" charset="0"/>
              <a:buChar char="•"/>
            </a:pPr>
            <a:r>
              <a:rPr lang="de-DE" b="0" dirty="0"/>
              <a:t> Die Werte werden in Pixeln angegeben, weil digitale Kameras keinen direkten Bezug zur realen Brennweite haben – die Pixeldichte spielt eine Rolle.</a:t>
            </a:r>
          </a:p>
          <a:p>
            <a:pPr>
              <a:buFont typeface="Arial" panose="020B0604020202020204" pitchFamily="34" charset="0"/>
              <a:buChar char="•"/>
            </a:pPr>
            <a:r>
              <a:rPr lang="de-DE" b="0" dirty="0"/>
              <a:t> In der Kamera-Matrix erscheinen sie als Skalierungsfaktoren für die x- und y-Richtung.</a:t>
            </a:r>
            <a:endParaRPr lang="de-DE" dirty="0"/>
          </a:p>
          <a:p>
            <a:r>
              <a:rPr lang="de-DE" b="1" dirty="0"/>
              <a:t>Hauptpunkt</a:t>
            </a:r>
            <a:r>
              <a:rPr lang="de-DE" b="0" dirty="0"/>
              <a:t>: Der Hauptpunkt ist der Punkt, an dem die optische Achse der Kamera den Sensor trifft. In einer idealen Kamera wäre dies genau in der Bildmitte. Durch Linsenfehler oder Montagetoleranzen kann der Hauptpunkt jedoch leicht verschoben sein.</a:t>
            </a:r>
          </a:p>
          <a:p>
            <a:endParaRPr lang="de-DE" dirty="0"/>
          </a:p>
          <a:p>
            <a:r>
              <a:rPr lang="de-DE" dirty="0"/>
              <a:t>Verzerrungskoeffizienten sind Werte für die radiale und tangentiale Verzerrung.</a:t>
            </a:r>
          </a:p>
          <a:p>
            <a:endParaRPr lang="de-DE" dirty="0"/>
          </a:p>
          <a:p>
            <a:r>
              <a:rPr lang="de-DE" dirty="0"/>
              <a:t>Transformationsmatrix ist Einheitsmatrix, da das Koordinatensystem richtig ist. (Braucht man bei Stereokameras)</a:t>
            </a:r>
          </a:p>
        </p:txBody>
      </p:sp>
      <p:sp>
        <p:nvSpPr>
          <p:cNvPr id="4" name="Foliennummernplatzhalter 3">
            <a:extLst>
              <a:ext uri="{FF2B5EF4-FFF2-40B4-BE49-F238E27FC236}">
                <a16:creationId xmlns:a16="http://schemas.microsoft.com/office/drawing/2014/main" id="{F936321E-82BF-6AE4-FA3E-381C07B70BE5}"/>
              </a:ext>
            </a:extLst>
          </p:cNvPr>
          <p:cNvSpPr>
            <a:spLocks noGrp="1"/>
          </p:cNvSpPr>
          <p:nvPr>
            <p:ph type="sldNum" sz="quarter" idx="5"/>
          </p:nvPr>
        </p:nvSpPr>
        <p:spPr/>
        <p:txBody>
          <a:bodyPr/>
          <a:lstStyle/>
          <a:p>
            <a:fld id="{5C01F809-7105-3E49-8309-0F45E91F3F1F}" type="slidenum">
              <a:rPr lang="de-DE" smtClean="0"/>
              <a:t>4</a:t>
            </a:fld>
            <a:endParaRPr lang="de-DE"/>
          </a:p>
        </p:txBody>
      </p:sp>
    </p:spTree>
    <p:extLst>
      <p:ext uri="{BB962C8B-B14F-4D97-AF65-F5344CB8AC3E}">
        <p14:creationId xmlns:p14="http://schemas.microsoft.com/office/powerpoint/2010/main" val="26021117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b="1" dirty="0"/>
              <a:t>Redner: Niklas</a:t>
            </a:r>
            <a:endParaRPr lang="de-DE" i="1" dirty="0"/>
          </a:p>
          <a:p>
            <a:endParaRPr lang="de-DE" i="1" dirty="0"/>
          </a:p>
          <a:p>
            <a:r>
              <a:rPr lang="de-DE" i="1" dirty="0" err="1"/>
              <a:t>initUndistortRectifyMap</a:t>
            </a:r>
            <a:r>
              <a:rPr lang="de-DE" i="1" dirty="0"/>
              <a:t>() </a:t>
            </a:r>
            <a:r>
              <a:rPr lang="de-DE" b="0" dirty="0"/>
              <a:t>-&gt; Anhand der intrinsischen Kameraparameter und der Verzerrungskoeffizienten wird berechnet, wie sich jeder Pixel im korrigierten Bild auf das Originalbild abbildet. Ausgabe in zwei Mapping-Tabellen</a:t>
            </a:r>
          </a:p>
          <a:p>
            <a:endParaRPr lang="de-DE" dirty="0"/>
          </a:p>
          <a:p>
            <a:r>
              <a:rPr lang="de-DE" b="0" i="1" dirty="0" err="1"/>
              <a:t>Remap</a:t>
            </a:r>
            <a:r>
              <a:rPr lang="de-DE" b="0" i="1" dirty="0"/>
              <a:t>() </a:t>
            </a:r>
            <a:r>
              <a:rPr lang="de-DE" b="0" dirty="0"/>
              <a:t>-&gt; transformiert ein Bild, indem sie für jeden Pixel im Zielbild eine neue Position aus dem Quellbild berechnet</a:t>
            </a:r>
          </a:p>
        </p:txBody>
      </p:sp>
      <p:sp>
        <p:nvSpPr>
          <p:cNvPr id="4" name="Foliennummernplatzhalter 3"/>
          <p:cNvSpPr>
            <a:spLocks noGrp="1"/>
          </p:cNvSpPr>
          <p:nvPr>
            <p:ph type="sldNum" sz="quarter" idx="5"/>
          </p:nvPr>
        </p:nvSpPr>
        <p:spPr/>
        <p:txBody>
          <a:bodyPr/>
          <a:lstStyle/>
          <a:p>
            <a:fld id="{5C01F809-7105-3E49-8309-0F45E91F3F1F}" type="slidenum">
              <a:rPr lang="de-DE" smtClean="0"/>
              <a:t>5</a:t>
            </a:fld>
            <a:endParaRPr lang="de-DE"/>
          </a:p>
        </p:txBody>
      </p:sp>
    </p:spTree>
    <p:extLst>
      <p:ext uri="{BB962C8B-B14F-4D97-AF65-F5344CB8AC3E}">
        <p14:creationId xmlns:p14="http://schemas.microsoft.com/office/powerpoint/2010/main" val="29528535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b="1" dirty="0"/>
              <a:t>Redner: Janis</a:t>
            </a:r>
          </a:p>
          <a:p>
            <a:endParaRPr lang="de-DE" dirty="0"/>
          </a:p>
        </p:txBody>
      </p:sp>
      <p:sp>
        <p:nvSpPr>
          <p:cNvPr id="4" name="Foliennummernplatzhalter 3"/>
          <p:cNvSpPr>
            <a:spLocks noGrp="1"/>
          </p:cNvSpPr>
          <p:nvPr>
            <p:ph type="sldNum" sz="quarter" idx="5"/>
          </p:nvPr>
        </p:nvSpPr>
        <p:spPr/>
        <p:txBody>
          <a:bodyPr/>
          <a:lstStyle/>
          <a:p>
            <a:fld id="{5C01F809-7105-3E49-8309-0F45E91F3F1F}" type="slidenum">
              <a:rPr lang="de-DE" smtClean="0"/>
              <a:t>6</a:t>
            </a:fld>
            <a:endParaRPr lang="de-DE"/>
          </a:p>
        </p:txBody>
      </p:sp>
    </p:spTree>
    <p:extLst>
      <p:ext uri="{BB962C8B-B14F-4D97-AF65-F5344CB8AC3E}">
        <p14:creationId xmlns:p14="http://schemas.microsoft.com/office/powerpoint/2010/main" val="17243630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b="1" dirty="0"/>
              <a:t>Redner: Janis</a:t>
            </a:r>
          </a:p>
          <a:p>
            <a:endParaRPr lang="de-DE" dirty="0"/>
          </a:p>
          <a:p>
            <a:endParaRPr lang="de-DE" dirty="0"/>
          </a:p>
          <a:p>
            <a:r>
              <a:rPr lang="de-DE" dirty="0"/>
              <a:t>Erkennung mit </a:t>
            </a:r>
            <a:r>
              <a:rPr lang="de-DE" dirty="0" err="1"/>
              <a:t>findChessboardCorners</a:t>
            </a:r>
            <a:r>
              <a:rPr lang="de-DE" dirty="0"/>
              <a:t>() -&gt; Erkennt die inneren Ecken des Schachbrettes</a:t>
            </a:r>
          </a:p>
          <a:p>
            <a:endParaRPr lang="de-DE" dirty="0"/>
          </a:p>
          <a:p>
            <a:r>
              <a:rPr lang="de-DE" dirty="0"/>
              <a:t>Äußeren vier Punkte sind die Bildpunkte.</a:t>
            </a:r>
          </a:p>
          <a:p>
            <a:endParaRPr lang="de-DE" dirty="0"/>
          </a:p>
          <a:p>
            <a:r>
              <a:rPr lang="de-DE" dirty="0"/>
              <a:t>Die Objektpunkte sind die Punkte, wo es hingezogen werden soll. Werden gewählt.</a:t>
            </a:r>
          </a:p>
          <a:p>
            <a:endParaRPr lang="de-DE" dirty="0"/>
          </a:p>
          <a:p>
            <a:r>
              <a:rPr lang="de-DE" i="1" dirty="0" err="1"/>
              <a:t>getPerspectiveTransform</a:t>
            </a:r>
            <a:r>
              <a:rPr lang="de-DE" i="1" dirty="0"/>
              <a:t>() </a:t>
            </a:r>
            <a:r>
              <a:rPr lang="de-DE" i="0" dirty="0"/>
              <a:t>-&gt; erstellt eine 3x3 Matrix, mit der jeder Punkt im Originalbild auf das transformierte umgerechnet werden kann</a:t>
            </a:r>
          </a:p>
          <a:p>
            <a:endParaRPr lang="de-DE" i="0" dirty="0"/>
          </a:p>
          <a:p>
            <a:r>
              <a:rPr lang="de-DE" i="1" dirty="0" err="1"/>
              <a:t>warpPerspective</a:t>
            </a:r>
            <a:r>
              <a:rPr lang="de-DE" i="1" dirty="0"/>
              <a:t>() </a:t>
            </a:r>
            <a:r>
              <a:rPr lang="de-DE" i="0" dirty="0"/>
              <a:t>-&gt; jeder Punkt wird mit der </a:t>
            </a:r>
            <a:r>
              <a:rPr lang="de-DE" i="0" dirty="0" err="1"/>
              <a:t>Homographiematrix</a:t>
            </a:r>
            <a:r>
              <a:rPr lang="de-DE" i="0" dirty="0"/>
              <a:t> multipliziert und anschließend normalisiert (x, y ,1) * H = (x‘, y‘, w‘) -&gt; x=x‘/w‘ y=y‘/w‘</a:t>
            </a:r>
          </a:p>
        </p:txBody>
      </p:sp>
      <p:sp>
        <p:nvSpPr>
          <p:cNvPr id="4" name="Foliennummernplatzhalter 3"/>
          <p:cNvSpPr>
            <a:spLocks noGrp="1"/>
          </p:cNvSpPr>
          <p:nvPr>
            <p:ph type="sldNum" sz="quarter" idx="5"/>
          </p:nvPr>
        </p:nvSpPr>
        <p:spPr/>
        <p:txBody>
          <a:bodyPr/>
          <a:lstStyle/>
          <a:p>
            <a:fld id="{5C01F809-7105-3E49-8309-0F45E91F3F1F}" type="slidenum">
              <a:rPr lang="de-DE" smtClean="0"/>
              <a:t>7</a:t>
            </a:fld>
            <a:endParaRPr lang="de-DE"/>
          </a:p>
        </p:txBody>
      </p:sp>
    </p:spTree>
    <p:extLst>
      <p:ext uri="{BB962C8B-B14F-4D97-AF65-F5344CB8AC3E}">
        <p14:creationId xmlns:p14="http://schemas.microsoft.com/office/powerpoint/2010/main" val="30912432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b="1" dirty="0"/>
              <a:t>Redner: Janis</a:t>
            </a:r>
          </a:p>
          <a:p>
            <a:endParaRPr lang="de-DE" dirty="0"/>
          </a:p>
        </p:txBody>
      </p:sp>
      <p:sp>
        <p:nvSpPr>
          <p:cNvPr id="4" name="Foliennummernplatzhalter 3"/>
          <p:cNvSpPr>
            <a:spLocks noGrp="1"/>
          </p:cNvSpPr>
          <p:nvPr>
            <p:ph type="sldNum" sz="quarter" idx="5"/>
          </p:nvPr>
        </p:nvSpPr>
        <p:spPr/>
        <p:txBody>
          <a:bodyPr/>
          <a:lstStyle/>
          <a:p>
            <a:fld id="{5C01F809-7105-3E49-8309-0F45E91F3F1F}" type="slidenum">
              <a:rPr lang="de-DE" smtClean="0"/>
              <a:t>8</a:t>
            </a:fld>
            <a:endParaRPr lang="de-DE"/>
          </a:p>
        </p:txBody>
      </p:sp>
    </p:spTree>
    <p:extLst>
      <p:ext uri="{BB962C8B-B14F-4D97-AF65-F5344CB8AC3E}">
        <p14:creationId xmlns:p14="http://schemas.microsoft.com/office/powerpoint/2010/main" val="37546422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indent="0">
              <a:buNone/>
            </a:pPr>
            <a:r>
              <a:rPr lang="de-DE" b="1" dirty="0"/>
              <a:t>Redner: Niklas</a:t>
            </a:r>
            <a:endParaRPr lang="de-DE" dirty="0"/>
          </a:p>
          <a:p>
            <a:pPr marL="0" indent="0">
              <a:buNone/>
            </a:pPr>
            <a:endParaRPr lang="de-DE" dirty="0"/>
          </a:p>
          <a:p>
            <a:pPr marL="0" indent="0">
              <a:buNone/>
            </a:pPr>
            <a:r>
              <a:rPr lang="de-DE" dirty="0"/>
              <a:t>1. X und y Wert des Punktes und Höhe der Kamera und 1.0 (homogen) ist die Matrize in 4D [x, y, z, 1.0]</a:t>
            </a:r>
          </a:p>
          <a:p>
            <a:pPr marL="228600" indent="-228600">
              <a:buAutoNum type="arabicPeriod"/>
            </a:pPr>
            <a:endParaRPr lang="de-DE" dirty="0"/>
          </a:p>
          <a:p>
            <a:r>
              <a:rPr lang="de-DE" dirty="0"/>
              <a:t>2. Mit Transformationsmatrix multiplizieren um in gleichem Koordinatensystem wie Kamera zu sein [x‘, y‘, z‘, 1.0]</a:t>
            </a:r>
          </a:p>
          <a:p>
            <a:r>
              <a:rPr lang="de-DE" dirty="0"/>
              <a:t>T= Rotationsmatrix und Translationsvektor -&gt; </a:t>
            </a:r>
          </a:p>
          <a:p>
            <a:r>
              <a:rPr lang="de-DE" dirty="0"/>
              <a:t>erste Zeile y-Achse der Kamera entgegen der Richtung der x-Achse des </a:t>
            </a:r>
            <a:r>
              <a:rPr lang="de-DE" dirty="0" err="1"/>
              <a:t>LiDARs</a:t>
            </a:r>
            <a:endParaRPr lang="de-DE" dirty="0"/>
          </a:p>
          <a:p>
            <a:r>
              <a:rPr lang="de-DE" dirty="0"/>
              <a:t>zweite Zeile z-Achse der Kamera entgegen der Richtung der y-Achse des </a:t>
            </a:r>
            <a:r>
              <a:rPr lang="de-DE" dirty="0" err="1"/>
              <a:t>LiDARs</a:t>
            </a:r>
            <a:r>
              <a:rPr lang="de-DE" dirty="0"/>
              <a:t> </a:t>
            </a:r>
          </a:p>
          <a:p>
            <a:r>
              <a:rPr lang="de-DE" dirty="0"/>
              <a:t>dritte Zeile x-Achse der Kamera in Richtung der z-Achse des </a:t>
            </a:r>
            <a:r>
              <a:rPr lang="de-DE" dirty="0" err="1"/>
              <a:t>LiDARs</a:t>
            </a:r>
            <a:r>
              <a:rPr lang="de-DE" dirty="0"/>
              <a:t> </a:t>
            </a:r>
          </a:p>
          <a:p>
            <a:r>
              <a:rPr lang="de-DE" dirty="0"/>
              <a:t>Dementsprechend ist das LiDAR um -90° um die x-Achse</a:t>
            </a:r>
          </a:p>
          <a:p>
            <a:r>
              <a:rPr lang="de-DE" dirty="0"/>
              <a:t>und um -90° um die z-Achse der Kamera gedreht</a:t>
            </a:r>
          </a:p>
          <a:p>
            <a:endParaRPr lang="de-DE" dirty="0"/>
          </a:p>
          <a:p>
            <a:endParaRPr lang="de-DE" dirty="0"/>
          </a:p>
          <a:p>
            <a:pPr marL="0" marR="0" lvl="0" indent="0" algn="l" defTabSz="914400" rtl="0" eaLnBrk="1" fontAlgn="auto" latinLnBrk="0" hangingPunct="1">
              <a:lnSpc>
                <a:spcPct val="100000"/>
              </a:lnSpc>
              <a:spcBef>
                <a:spcPts val="0"/>
              </a:spcBef>
              <a:spcAft>
                <a:spcPts val="0"/>
              </a:spcAft>
              <a:buClrTx/>
              <a:buSzTx/>
              <a:buFontTx/>
              <a:buNone/>
              <a:tabLst/>
              <a:defRPr/>
            </a:pPr>
            <a:r>
              <a:rPr lang="de-DE" dirty="0"/>
              <a:t>3. Letzte Koordinate entfernen damit nur die Koordinaten übrig bleiben [x‘, y‘, z‘]</a:t>
            </a:r>
          </a:p>
          <a:p>
            <a:endParaRPr lang="de-DE" dirty="0"/>
          </a:p>
          <a:p>
            <a:r>
              <a:rPr lang="de-DE" dirty="0"/>
              <a:t>4. Die Koordinaten mit Kameramatrix multiplizieren (</a:t>
            </a:r>
            <a:r>
              <a:rPr lang="de-DE" b="0" dirty="0"/>
              <a:t>Kameramatrix</a:t>
            </a:r>
            <a:r>
              <a:rPr lang="de-DE" dirty="0"/>
              <a:t> projiziert den 3D-Punkt ins Bild) -&gt; [u‘, v‘, w‘]</a:t>
            </a:r>
          </a:p>
          <a:p>
            <a:endParaRPr lang="de-DE" dirty="0"/>
          </a:p>
          <a:p>
            <a:r>
              <a:rPr lang="de-DE" dirty="0"/>
              <a:t>5. homogene Koordinate muss </a:t>
            </a:r>
            <a:r>
              <a:rPr lang="de-DE" b="1" dirty="0"/>
              <a:t>normalisiert</a:t>
            </a:r>
            <a:r>
              <a:rPr lang="de-DE" dirty="0"/>
              <a:t> werden, damit normale Pixelkoordinaten entstehen -&gt; u=u‘/w‘ und v=v‘/w‘</a:t>
            </a:r>
          </a:p>
          <a:p>
            <a:endParaRPr lang="de-DE" dirty="0"/>
          </a:p>
          <a:p>
            <a:r>
              <a:rPr lang="de-DE" dirty="0"/>
              <a:t>6. Multiplikation mit </a:t>
            </a:r>
            <a:r>
              <a:rPr lang="de-DE" dirty="0" err="1"/>
              <a:t>Homographiematrix</a:t>
            </a:r>
            <a:r>
              <a:rPr lang="de-DE" dirty="0"/>
              <a:t>, damit die Punkte in der </a:t>
            </a:r>
            <a:r>
              <a:rPr lang="de-DE" dirty="0" err="1"/>
              <a:t>Birds‘s</a:t>
            </a:r>
            <a:r>
              <a:rPr lang="de-DE" dirty="0"/>
              <a:t> Eye View richtig sind</a:t>
            </a:r>
          </a:p>
          <a:p>
            <a:endParaRPr lang="de-DE" dirty="0"/>
          </a:p>
          <a:p>
            <a:r>
              <a:rPr lang="de-DE" dirty="0"/>
              <a:t>7. Normalisieren der Punkte</a:t>
            </a:r>
          </a:p>
          <a:p>
            <a:endParaRPr lang="de-DE" dirty="0"/>
          </a:p>
          <a:p>
            <a:r>
              <a:rPr lang="de-DE" dirty="0"/>
              <a:t>8. Einzeichnen</a:t>
            </a:r>
          </a:p>
        </p:txBody>
      </p:sp>
      <p:sp>
        <p:nvSpPr>
          <p:cNvPr id="4" name="Foliennummernplatzhalter 3"/>
          <p:cNvSpPr>
            <a:spLocks noGrp="1"/>
          </p:cNvSpPr>
          <p:nvPr>
            <p:ph type="sldNum" sz="quarter" idx="5"/>
          </p:nvPr>
        </p:nvSpPr>
        <p:spPr/>
        <p:txBody>
          <a:bodyPr/>
          <a:lstStyle/>
          <a:p>
            <a:fld id="{5C01F809-7105-3E49-8309-0F45E91F3F1F}" type="slidenum">
              <a:rPr lang="de-DE" smtClean="0"/>
              <a:t>9</a:t>
            </a:fld>
            <a:endParaRPr lang="de-DE"/>
          </a:p>
        </p:txBody>
      </p:sp>
    </p:spTree>
    <p:extLst>
      <p:ext uri="{BB962C8B-B14F-4D97-AF65-F5344CB8AC3E}">
        <p14:creationId xmlns:p14="http://schemas.microsoft.com/office/powerpoint/2010/main" val="41054554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b="1" dirty="0"/>
              <a:t>Redner: Niklas</a:t>
            </a:r>
            <a:endParaRPr lang="de-DE" dirty="0"/>
          </a:p>
        </p:txBody>
      </p:sp>
      <p:sp>
        <p:nvSpPr>
          <p:cNvPr id="4" name="Foliennummernplatzhalter 3"/>
          <p:cNvSpPr>
            <a:spLocks noGrp="1"/>
          </p:cNvSpPr>
          <p:nvPr>
            <p:ph type="sldNum" sz="quarter" idx="5"/>
          </p:nvPr>
        </p:nvSpPr>
        <p:spPr/>
        <p:txBody>
          <a:bodyPr/>
          <a:lstStyle/>
          <a:p>
            <a:fld id="{5C01F809-7105-3E49-8309-0F45E91F3F1F}" type="slidenum">
              <a:rPr lang="de-DE" smtClean="0"/>
              <a:t>10</a:t>
            </a:fld>
            <a:endParaRPr lang="de-DE"/>
          </a:p>
        </p:txBody>
      </p:sp>
    </p:spTree>
    <p:extLst>
      <p:ext uri="{BB962C8B-B14F-4D97-AF65-F5344CB8AC3E}">
        <p14:creationId xmlns:p14="http://schemas.microsoft.com/office/powerpoint/2010/main" val="21172883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b="1" dirty="0"/>
              <a:t>Redner: Janis</a:t>
            </a:r>
          </a:p>
          <a:p>
            <a:endParaRPr lang="de-DE" b="0" i="1" dirty="0"/>
          </a:p>
          <a:p>
            <a:endParaRPr lang="de-DE" b="0" i="1" dirty="0"/>
          </a:p>
          <a:p>
            <a:r>
              <a:rPr lang="de-DE" b="0" i="1" dirty="0" err="1"/>
              <a:t>inRange</a:t>
            </a:r>
            <a:r>
              <a:rPr lang="de-DE" b="0" i="1" dirty="0"/>
              <a:t>() </a:t>
            </a:r>
            <a:r>
              <a:rPr lang="de-DE" b="0" i="0" dirty="0"/>
              <a:t>-&gt; </a:t>
            </a:r>
            <a:r>
              <a:rPr lang="de-DE" b="0" dirty="0"/>
              <a:t>erstellt eine binäre Maske, indem sie prüft, ob die Pixelwerte eines Bildes innerhalb eines bestimmten Wertebereichs liegen</a:t>
            </a:r>
            <a:endParaRPr lang="de-DE" b="0" i="0" dirty="0"/>
          </a:p>
          <a:p>
            <a:endParaRPr lang="de-DE" i="0" dirty="0"/>
          </a:p>
          <a:p>
            <a:pPr marL="0" marR="0" lvl="0" indent="0" algn="l" defTabSz="914400" rtl="0" eaLnBrk="1" fontAlgn="auto" latinLnBrk="0" hangingPunct="1">
              <a:lnSpc>
                <a:spcPct val="100000"/>
              </a:lnSpc>
              <a:spcBef>
                <a:spcPts val="0"/>
              </a:spcBef>
              <a:spcAft>
                <a:spcPts val="0"/>
              </a:spcAft>
              <a:buClrTx/>
              <a:buSzTx/>
              <a:buFontTx/>
              <a:buNone/>
              <a:tabLst/>
              <a:defRPr/>
            </a:pPr>
            <a:r>
              <a:rPr lang="de-DE" b="0" i="1" dirty="0" err="1"/>
              <a:t>morphologyEx</a:t>
            </a:r>
            <a:r>
              <a:rPr lang="de-DE" b="0" i="1" dirty="0"/>
              <a:t>() </a:t>
            </a:r>
            <a:r>
              <a:rPr lang="de-DE" b="0" i="0" dirty="0"/>
              <a:t>-&gt; </a:t>
            </a:r>
            <a:r>
              <a:rPr lang="de-DE" b="0" dirty="0"/>
              <a:t>führt morphologische Operationen auf einem binären Bild aus. Diese Operationen werden verwendet, um Rauschen zu entfernen, Kanten zu glätten oder Strukturen im Bild hervorzuheben.</a:t>
            </a:r>
            <a:endParaRPr lang="de-DE" b="0" i="0" dirty="0"/>
          </a:p>
          <a:p>
            <a:r>
              <a:rPr lang="de-DE" i="0" dirty="0" err="1"/>
              <a:t>Morph_Open</a:t>
            </a:r>
            <a:r>
              <a:rPr lang="de-DE" i="0" dirty="0"/>
              <a:t>: </a:t>
            </a:r>
            <a:r>
              <a:rPr lang="de-DE" dirty="0"/>
              <a:t>Entfernt kleine Störungen (Erosion gefolgt von Dilatation)</a:t>
            </a:r>
            <a:endParaRPr lang="de-DE" i="0" dirty="0"/>
          </a:p>
          <a:p>
            <a:r>
              <a:rPr lang="de-DE" i="0" dirty="0" err="1"/>
              <a:t>Morph_Close</a:t>
            </a:r>
            <a:r>
              <a:rPr lang="de-DE" i="0" dirty="0"/>
              <a:t>: </a:t>
            </a:r>
            <a:r>
              <a:rPr lang="de-DE" dirty="0"/>
              <a:t>Schließt kleine Lücken (Dilatation gefolgt von Erosion)</a:t>
            </a:r>
            <a:endParaRPr lang="de-DE" i="0" dirty="0"/>
          </a:p>
          <a:p>
            <a:endParaRPr lang="de-DE" i="0" dirty="0"/>
          </a:p>
          <a:p>
            <a:endParaRPr lang="de-DE" i="0" dirty="0"/>
          </a:p>
          <a:p>
            <a:pPr marL="0" marR="0" lvl="0" indent="0" algn="l" defTabSz="914400" rtl="0" eaLnBrk="1" fontAlgn="auto" latinLnBrk="0" hangingPunct="1">
              <a:lnSpc>
                <a:spcPct val="100000"/>
              </a:lnSpc>
              <a:spcBef>
                <a:spcPts val="0"/>
              </a:spcBef>
              <a:spcAft>
                <a:spcPts val="0"/>
              </a:spcAft>
              <a:buClrTx/>
              <a:buSzTx/>
              <a:buFontTx/>
              <a:buNone/>
              <a:tabLst/>
              <a:defRPr/>
            </a:pPr>
            <a:r>
              <a:rPr lang="de-DE" b="0" i="1" dirty="0" err="1"/>
              <a:t>findContours</a:t>
            </a:r>
            <a:r>
              <a:rPr lang="de-DE" b="0" i="1" dirty="0"/>
              <a:t>() </a:t>
            </a:r>
            <a:r>
              <a:rPr lang="de-DE" b="0" i="0" dirty="0"/>
              <a:t>-&gt; </a:t>
            </a:r>
            <a:r>
              <a:rPr lang="de-DE" b="0" dirty="0"/>
              <a:t>findet Konturen (Umrisse von Objekten) in einem binären Bild.</a:t>
            </a:r>
            <a:endParaRPr lang="de-DE" b="0" i="0" dirty="0"/>
          </a:p>
          <a:p>
            <a:endParaRPr lang="de-DE" i="0" dirty="0"/>
          </a:p>
        </p:txBody>
      </p:sp>
      <p:sp>
        <p:nvSpPr>
          <p:cNvPr id="4" name="Foliennummernplatzhalter 3"/>
          <p:cNvSpPr>
            <a:spLocks noGrp="1"/>
          </p:cNvSpPr>
          <p:nvPr>
            <p:ph type="sldNum" sz="quarter" idx="5"/>
          </p:nvPr>
        </p:nvSpPr>
        <p:spPr/>
        <p:txBody>
          <a:bodyPr/>
          <a:lstStyle/>
          <a:p>
            <a:fld id="{5C01F809-7105-3E49-8309-0F45E91F3F1F}" type="slidenum">
              <a:rPr lang="de-DE" smtClean="0"/>
              <a:t>11</a:t>
            </a:fld>
            <a:endParaRPr lang="de-DE"/>
          </a:p>
        </p:txBody>
      </p:sp>
    </p:spTree>
    <p:extLst>
      <p:ext uri="{BB962C8B-B14F-4D97-AF65-F5344CB8AC3E}">
        <p14:creationId xmlns:p14="http://schemas.microsoft.com/office/powerpoint/2010/main" val="20482588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b="1" dirty="0"/>
              <a:t>Redner: Janis</a:t>
            </a:r>
          </a:p>
          <a:p>
            <a:endParaRPr lang="de-DE" dirty="0"/>
          </a:p>
        </p:txBody>
      </p:sp>
      <p:sp>
        <p:nvSpPr>
          <p:cNvPr id="4" name="Foliennummernplatzhalter 3"/>
          <p:cNvSpPr>
            <a:spLocks noGrp="1"/>
          </p:cNvSpPr>
          <p:nvPr>
            <p:ph type="sldNum" sz="quarter" idx="5"/>
          </p:nvPr>
        </p:nvSpPr>
        <p:spPr/>
        <p:txBody>
          <a:bodyPr/>
          <a:lstStyle/>
          <a:p>
            <a:fld id="{5C01F809-7105-3E49-8309-0F45E91F3F1F}" type="slidenum">
              <a:rPr lang="de-DE" smtClean="0"/>
              <a:t>12</a:t>
            </a:fld>
            <a:endParaRPr lang="de-DE"/>
          </a:p>
        </p:txBody>
      </p:sp>
    </p:spTree>
    <p:extLst>
      <p:ext uri="{BB962C8B-B14F-4D97-AF65-F5344CB8AC3E}">
        <p14:creationId xmlns:p14="http://schemas.microsoft.com/office/powerpoint/2010/main" val="22249254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b="1" dirty="0"/>
              <a:t>Redner: Janis</a:t>
            </a:r>
          </a:p>
          <a:p>
            <a:endParaRPr lang="de-DE" dirty="0"/>
          </a:p>
        </p:txBody>
      </p:sp>
      <p:sp>
        <p:nvSpPr>
          <p:cNvPr id="4" name="Foliennummernplatzhalter 3"/>
          <p:cNvSpPr>
            <a:spLocks noGrp="1"/>
          </p:cNvSpPr>
          <p:nvPr>
            <p:ph type="sldNum" sz="quarter" idx="5"/>
          </p:nvPr>
        </p:nvSpPr>
        <p:spPr/>
        <p:txBody>
          <a:bodyPr/>
          <a:lstStyle/>
          <a:p>
            <a:fld id="{5C01F809-7105-3E49-8309-0F45E91F3F1F}" type="slidenum">
              <a:rPr lang="de-DE" smtClean="0"/>
              <a:t>13</a:t>
            </a:fld>
            <a:endParaRPr lang="de-DE"/>
          </a:p>
        </p:txBody>
      </p:sp>
    </p:spTree>
    <p:extLst>
      <p:ext uri="{BB962C8B-B14F-4D97-AF65-F5344CB8AC3E}">
        <p14:creationId xmlns:p14="http://schemas.microsoft.com/office/powerpoint/2010/main" val="23843496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b="1" dirty="0"/>
              <a:t>Redner: Niklas</a:t>
            </a:r>
            <a:endParaRPr lang="de-DE" dirty="0"/>
          </a:p>
        </p:txBody>
      </p:sp>
      <p:sp>
        <p:nvSpPr>
          <p:cNvPr id="4" name="Foliennummernplatzhalter 3"/>
          <p:cNvSpPr>
            <a:spLocks noGrp="1"/>
          </p:cNvSpPr>
          <p:nvPr>
            <p:ph type="sldNum" sz="quarter" idx="5"/>
          </p:nvPr>
        </p:nvSpPr>
        <p:spPr/>
        <p:txBody>
          <a:bodyPr/>
          <a:lstStyle/>
          <a:p>
            <a:fld id="{5C01F809-7105-3E49-8309-0F45E91F3F1F}" type="slidenum">
              <a:rPr lang="de-DE" smtClean="0"/>
              <a:t>14</a:t>
            </a:fld>
            <a:endParaRPr lang="de-DE"/>
          </a:p>
        </p:txBody>
      </p:sp>
    </p:spTree>
    <p:extLst>
      <p:ext uri="{BB962C8B-B14F-4D97-AF65-F5344CB8AC3E}">
        <p14:creationId xmlns:p14="http://schemas.microsoft.com/office/powerpoint/2010/main" val="34103999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b="1" dirty="0"/>
              <a:t>Redner: Niklas</a:t>
            </a:r>
            <a:endParaRPr lang="de-DE" dirty="0"/>
          </a:p>
        </p:txBody>
      </p:sp>
      <p:sp>
        <p:nvSpPr>
          <p:cNvPr id="4" name="Foliennummernplatzhalter 3"/>
          <p:cNvSpPr>
            <a:spLocks noGrp="1"/>
          </p:cNvSpPr>
          <p:nvPr>
            <p:ph type="sldNum" sz="quarter" idx="5"/>
          </p:nvPr>
        </p:nvSpPr>
        <p:spPr/>
        <p:txBody>
          <a:bodyPr/>
          <a:lstStyle/>
          <a:p>
            <a:fld id="{5C01F809-7105-3E49-8309-0F45E91F3F1F}" type="slidenum">
              <a:rPr lang="de-DE" smtClean="0"/>
              <a:t>15</a:t>
            </a:fld>
            <a:endParaRPr lang="de-DE"/>
          </a:p>
        </p:txBody>
      </p:sp>
    </p:spTree>
    <p:extLst>
      <p:ext uri="{BB962C8B-B14F-4D97-AF65-F5344CB8AC3E}">
        <p14:creationId xmlns:p14="http://schemas.microsoft.com/office/powerpoint/2010/main" val="18354629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b="1" dirty="0"/>
              <a:t>Redner: Niklas</a:t>
            </a:r>
            <a:endParaRPr lang="de-DE" dirty="0"/>
          </a:p>
        </p:txBody>
      </p:sp>
      <p:sp>
        <p:nvSpPr>
          <p:cNvPr id="4" name="Foliennummernplatzhalter 3"/>
          <p:cNvSpPr>
            <a:spLocks noGrp="1"/>
          </p:cNvSpPr>
          <p:nvPr>
            <p:ph type="sldNum" sz="quarter" idx="5"/>
          </p:nvPr>
        </p:nvSpPr>
        <p:spPr/>
        <p:txBody>
          <a:bodyPr/>
          <a:lstStyle/>
          <a:p>
            <a:fld id="{5C01F809-7105-3E49-8309-0F45E91F3F1F}" type="slidenum">
              <a:rPr lang="de-DE" smtClean="0"/>
              <a:t>16</a:t>
            </a:fld>
            <a:endParaRPr lang="de-DE"/>
          </a:p>
        </p:txBody>
      </p:sp>
    </p:spTree>
    <p:extLst>
      <p:ext uri="{BB962C8B-B14F-4D97-AF65-F5344CB8AC3E}">
        <p14:creationId xmlns:p14="http://schemas.microsoft.com/office/powerpoint/2010/main" val="17015102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emf"/><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 HAWK Schmucktitel 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 HAWK Schmucktitel E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29565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 Schmucktitel Fakultät DE">
    <p:spTree>
      <p:nvGrpSpPr>
        <p:cNvPr id="1" name=""/>
        <p:cNvGrpSpPr/>
        <p:nvPr/>
      </p:nvGrpSpPr>
      <p:grpSpPr>
        <a:xfrm>
          <a:off x="0" y="0"/>
          <a:ext cx="0" cy="0"/>
          <a:chOff x="0" y="0"/>
          <a:chExt cx="0" cy="0"/>
        </a:xfrm>
      </p:grpSpPr>
      <p:sp>
        <p:nvSpPr>
          <p:cNvPr id="3" name="Titelplatzhalter 1"/>
          <p:cNvSpPr>
            <a:spLocks noGrp="1"/>
          </p:cNvSpPr>
          <p:nvPr>
            <p:ph type="title" hasCustomPrompt="1"/>
          </p:nvPr>
        </p:nvSpPr>
        <p:spPr>
          <a:xfrm>
            <a:off x="1163638" y="4804078"/>
            <a:ext cx="9864725" cy="648301"/>
          </a:xfrm>
          <a:prstGeom prst="rect">
            <a:avLst/>
          </a:prstGeom>
        </p:spPr>
        <p:txBody>
          <a:bodyPr vert="horz" lIns="0" tIns="0" rIns="0" bIns="0" rtlCol="0" anchor="b" anchorCtr="0">
            <a:noAutofit/>
          </a:bodyPr>
          <a:lstStyle/>
          <a:p>
            <a:r>
              <a:rPr lang="de-DE" dirty="0"/>
              <a:t>Headline 1 Calibri </a:t>
            </a:r>
            <a:r>
              <a:rPr lang="de-DE" dirty="0" err="1"/>
              <a:t>Bold</a:t>
            </a:r>
            <a:r>
              <a:rPr lang="de-DE" dirty="0"/>
              <a:t> 36 p</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 Schmucktitel Fakultät E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elplatzhalter 1"/>
          <p:cNvSpPr>
            <a:spLocks noGrp="1"/>
          </p:cNvSpPr>
          <p:nvPr>
            <p:ph type="title" hasCustomPrompt="1"/>
          </p:nvPr>
        </p:nvSpPr>
        <p:spPr>
          <a:xfrm>
            <a:off x="1163638" y="4804078"/>
            <a:ext cx="9864725" cy="648301"/>
          </a:xfrm>
          <a:prstGeom prst="rect">
            <a:avLst/>
          </a:prstGeom>
        </p:spPr>
        <p:txBody>
          <a:bodyPr vert="horz" lIns="0" tIns="0" rIns="0" bIns="0" rtlCol="0" anchor="b" anchorCtr="0">
            <a:noAutofit/>
          </a:bodyPr>
          <a:lstStyle/>
          <a:p>
            <a:r>
              <a:rPr lang="de-DE" dirty="0"/>
              <a:t>Headline 1 Calibri </a:t>
            </a:r>
            <a:r>
              <a:rPr lang="de-DE" dirty="0" err="1"/>
              <a:t>Bold</a:t>
            </a:r>
            <a:r>
              <a:rPr lang="de-DE" dirty="0"/>
              <a:t> 36 p</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 Titel DE">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1163639" y="1881189"/>
            <a:ext cx="9864724" cy="3348037"/>
          </a:xfrm>
        </p:spPr>
        <p:txBody>
          <a:bodyPr>
            <a:noAutofit/>
          </a:bodyPr>
          <a:lstStyle>
            <a:lvl4pPr>
              <a:defRPr baseline="0"/>
            </a:lvl4pPr>
          </a:lstStyle>
          <a:p>
            <a:pPr lvl="0"/>
            <a:r>
              <a:rPr lang="de-DE" dirty="0"/>
              <a:t>Headline 1 in Calibri </a:t>
            </a:r>
            <a:r>
              <a:rPr lang="de-DE" dirty="0" err="1"/>
              <a:t>Bold</a:t>
            </a:r>
            <a:r>
              <a:rPr lang="de-DE" dirty="0"/>
              <a:t> mit 36 p und </a:t>
            </a:r>
            <a:br>
              <a:rPr lang="de-DE" dirty="0"/>
            </a:br>
            <a:r>
              <a:rPr lang="de-DE" dirty="0"/>
              <a:t>38 p Zeilenabstand</a:t>
            </a:r>
          </a:p>
          <a:p>
            <a:pPr lvl="1"/>
            <a:br>
              <a:rPr lang="de-DE" dirty="0"/>
            </a:br>
            <a:r>
              <a:rPr lang="de-DE" dirty="0"/>
              <a:t>Headline 2 in Calibri </a:t>
            </a:r>
            <a:r>
              <a:rPr lang="de-DE" dirty="0" err="1"/>
              <a:t>Bold</a:t>
            </a:r>
            <a:r>
              <a:rPr lang="de-DE" dirty="0"/>
              <a:t> mit 24 p</a:t>
            </a:r>
            <a:br>
              <a:rPr lang="de-DE" dirty="0"/>
            </a:br>
            <a:r>
              <a:rPr lang="de-DE" dirty="0"/>
              <a:t>und 26 p Zeilenabstand</a:t>
            </a:r>
          </a:p>
          <a:p>
            <a:pPr lvl="3"/>
            <a:endParaRPr lang="de-DE" dirty="0"/>
          </a:p>
          <a:p>
            <a:pPr lvl="3"/>
            <a:r>
              <a:rPr lang="de-DE" dirty="0"/>
              <a:t>Verfasser in Calibri Regular 18 p und 20 p Zeilenabstand</a:t>
            </a:r>
            <a:br>
              <a:rPr lang="de-DE" dirty="0"/>
            </a:br>
            <a:r>
              <a:rPr lang="de-DE" dirty="0"/>
              <a:t>00. Monat 2020</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 Titel E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1163639" y="1881189"/>
            <a:ext cx="9864724" cy="3348037"/>
          </a:xfrm>
        </p:spPr>
        <p:txBody>
          <a:bodyPr>
            <a:noAutofit/>
          </a:bodyPr>
          <a:lstStyle>
            <a:lvl4pPr>
              <a:defRPr baseline="0"/>
            </a:lvl4pPr>
          </a:lstStyle>
          <a:p>
            <a:pPr lvl="0"/>
            <a:r>
              <a:rPr lang="de-DE" dirty="0"/>
              <a:t>Headline 1 in Calibri </a:t>
            </a:r>
            <a:r>
              <a:rPr lang="de-DE" dirty="0" err="1"/>
              <a:t>Bold</a:t>
            </a:r>
            <a:r>
              <a:rPr lang="de-DE" dirty="0"/>
              <a:t> mit 36 p und </a:t>
            </a:r>
            <a:br>
              <a:rPr lang="de-DE" dirty="0"/>
            </a:br>
            <a:r>
              <a:rPr lang="de-DE" dirty="0"/>
              <a:t>38 p Zeilenabstand</a:t>
            </a:r>
          </a:p>
          <a:p>
            <a:pPr lvl="1"/>
            <a:br>
              <a:rPr lang="de-DE" dirty="0"/>
            </a:br>
            <a:r>
              <a:rPr lang="de-DE" dirty="0"/>
              <a:t>Headline 2 in Calibri </a:t>
            </a:r>
            <a:r>
              <a:rPr lang="de-DE" dirty="0" err="1"/>
              <a:t>Bold</a:t>
            </a:r>
            <a:r>
              <a:rPr lang="de-DE" dirty="0"/>
              <a:t> mit 24 p</a:t>
            </a:r>
            <a:br>
              <a:rPr lang="de-DE" dirty="0"/>
            </a:br>
            <a:r>
              <a:rPr lang="de-DE" dirty="0"/>
              <a:t>und 26 p Zeilenabstand</a:t>
            </a:r>
          </a:p>
          <a:p>
            <a:pPr lvl="3"/>
            <a:endParaRPr lang="de-DE" dirty="0"/>
          </a:p>
          <a:p>
            <a:pPr lvl="3"/>
            <a:r>
              <a:rPr lang="de-DE" dirty="0"/>
              <a:t>Verfasser in Calibri Regular 18 p und 20 p Zeilenabstand</a:t>
            </a:r>
            <a:br>
              <a:rPr lang="de-DE" dirty="0"/>
            </a:br>
            <a:r>
              <a:rPr lang="de-DE" dirty="0"/>
              <a:t>00. Monat 2020</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 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1163637" y="1196976"/>
            <a:ext cx="9864725" cy="4932363"/>
          </a:xfrm>
        </p:spPr>
        <p:txBody>
          <a:bodyPr/>
          <a:lstStyle>
            <a:lvl1pPr>
              <a:defRPr baseline="0"/>
            </a:lvl1pPr>
            <a:lvl2pPr>
              <a:defRPr baseline="0"/>
            </a:lvl2pPr>
            <a:lvl3pPr marL="0" marR="0" indent="0" algn="l" defTabSz="914400" rtl="0" eaLnBrk="1" fontAlgn="auto" latinLnBrk="0" hangingPunct="1">
              <a:lnSpc>
                <a:spcPts val="2000"/>
              </a:lnSpc>
              <a:spcBef>
                <a:spcPts val="0"/>
              </a:spcBef>
              <a:spcAft>
                <a:spcPts val="0"/>
              </a:spcAft>
              <a:buClrTx/>
              <a:buSzTx/>
              <a:buFont typeface="Wingdings" charset="2"/>
              <a:buNone/>
              <a:tabLst/>
              <a:defRPr baseline="0"/>
            </a:lvl3pPr>
            <a:lvl4pPr marL="216000" marR="0" indent="-216000" algn="l" defTabSz="914400" rtl="0" eaLnBrk="1" fontAlgn="auto" latinLnBrk="0" hangingPunct="1">
              <a:lnSpc>
                <a:spcPts val="2000"/>
              </a:lnSpc>
              <a:spcBef>
                <a:spcPts val="0"/>
              </a:spcBef>
              <a:spcAft>
                <a:spcPts val="0"/>
              </a:spcAft>
              <a:buClr>
                <a:srgbClr val="A8A8A7"/>
              </a:buClr>
              <a:buSzPct val="68000"/>
              <a:buFontTx/>
              <a:buBlip>
                <a:blip r:embed="rId2"/>
              </a:buBlip>
              <a:tabLst>
                <a:tab pos="173038" algn="l"/>
              </a:tabLst>
              <a:defRPr baseline="0"/>
            </a:lvl4pPr>
            <a:lvl5pPr marL="439200" indent="-216000">
              <a:tabLst/>
              <a:defRPr baseline="0"/>
            </a:lvl5pPr>
          </a:lstStyle>
          <a:p>
            <a:pPr lvl="0"/>
            <a:r>
              <a:rPr lang="de-DE" dirty="0"/>
              <a:t>Die Headline 2 ist in der Calibri </a:t>
            </a:r>
            <a:r>
              <a:rPr lang="de-DE" dirty="0" err="1"/>
              <a:t>Bold</a:t>
            </a:r>
            <a:r>
              <a:rPr lang="de-DE" dirty="0"/>
              <a:t> mit 24 p und mit einem Zeilenabstand von 26 p anzulegen</a:t>
            </a:r>
          </a:p>
          <a:p>
            <a:pPr lvl="1"/>
            <a:br>
              <a:rPr lang="de-DE" dirty="0"/>
            </a:br>
            <a:r>
              <a:rPr lang="de-DE" dirty="0"/>
              <a:t>Die Subheadline ist in der Calibri </a:t>
            </a:r>
            <a:r>
              <a:rPr lang="de-DE" dirty="0" err="1"/>
              <a:t>Bold</a:t>
            </a:r>
            <a:r>
              <a:rPr lang="de-DE" dirty="0"/>
              <a:t> mit 18 p und mit einem Zeilenabstand von 20 p anzulegen</a:t>
            </a:r>
          </a:p>
          <a:p>
            <a:pPr marL="0" marR="0" lvl="2" indent="0" algn="l" defTabSz="914400" rtl="0" eaLnBrk="1" fontAlgn="auto" latinLnBrk="0" hangingPunct="1">
              <a:lnSpc>
                <a:spcPts val="2000"/>
              </a:lnSpc>
              <a:spcBef>
                <a:spcPts val="0"/>
              </a:spcBef>
              <a:spcAft>
                <a:spcPts val="0"/>
              </a:spcAft>
              <a:buClrTx/>
              <a:buSzTx/>
              <a:buFont typeface="Wingdings" charset="2"/>
              <a:buNone/>
              <a:tabLst/>
              <a:defRPr/>
            </a:pPr>
            <a:endParaRPr lang="de-DE" dirty="0"/>
          </a:p>
          <a:p>
            <a:pPr marL="0" marR="0" lvl="2" indent="0" algn="l" defTabSz="914400" rtl="0" eaLnBrk="1" fontAlgn="auto" latinLnBrk="0" hangingPunct="1">
              <a:lnSpc>
                <a:spcPts val="2000"/>
              </a:lnSpc>
              <a:spcBef>
                <a:spcPts val="0"/>
              </a:spcBef>
              <a:spcAft>
                <a:spcPts val="0"/>
              </a:spcAft>
              <a:buClrTx/>
              <a:buSzTx/>
              <a:buFont typeface="Wingdings" charset="2"/>
              <a:buNone/>
              <a:tabLst/>
              <a:defRPr/>
            </a:pPr>
            <a:r>
              <a:rPr lang="de-DE" dirty="0"/>
              <a:t>Der Fließtext ist in der Calibri Regular 18 p, 20 p Zeilenabstand angelegt.</a:t>
            </a:r>
          </a:p>
          <a:p>
            <a:pPr marL="0" marR="0" lvl="2" indent="0" algn="l" defTabSz="914400" rtl="0" eaLnBrk="1" fontAlgn="auto" latinLnBrk="0" hangingPunct="1">
              <a:lnSpc>
                <a:spcPts val="2000"/>
              </a:lnSpc>
              <a:spcBef>
                <a:spcPts val="0"/>
              </a:spcBef>
              <a:spcAft>
                <a:spcPts val="0"/>
              </a:spcAft>
              <a:buClrTx/>
              <a:buSzTx/>
              <a:buFont typeface="Wingdings" charset="2"/>
              <a:buNone/>
              <a:tabLst/>
              <a:defRPr/>
            </a:pPr>
            <a:r>
              <a:rPr lang="de-DE" dirty="0"/>
              <a:t>Der Fließtext ist in der Calibri Regular 18 p, 20 p Zeilenabstand angelegt.</a:t>
            </a:r>
          </a:p>
          <a:p>
            <a:pPr marL="0" marR="0" lvl="2" indent="0" algn="l" defTabSz="914400" rtl="0" eaLnBrk="1" fontAlgn="auto" latinLnBrk="0" hangingPunct="1">
              <a:lnSpc>
                <a:spcPts val="2000"/>
              </a:lnSpc>
              <a:spcBef>
                <a:spcPts val="0"/>
              </a:spcBef>
              <a:spcAft>
                <a:spcPts val="0"/>
              </a:spcAft>
              <a:buClrTx/>
              <a:buSzTx/>
              <a:buFont typeface="Wingdings" charset="2"/>
              <a:buNone/>
              <a:tabLst/>
              <a:defRPr/>
            </a:pPr>
            <a:r>
              <a:rPr lang="de-DE" dirty="0"/>
              <a:t>Der Fließtext ist in der Calibri Regular 18 p, 20 p Zeilenabstand angelegt.</a:t>
            </a:r>
          </a:p>
          <a:p>
            <a:pPr marL="0" marR="0" lvl="2" indent="0" algn="l" defTabSz="914400" rtl="0" eaLnBrk="1" fontAlgn="auto" latinLnBrk="0" hangingPunct="1">
              <a:lnSpc>
                <a:spcPts val="2000"/>
              </a:lnSpc>
              <a:spcBef>
                <a:spcPts val="0"/>
              </a:spcBef>
              <a:spcAft>
                <a:spcPts val="0"/>
              </a:spcAft>
              <a:buClrTx/>
              <a:buSzTx/>
              <a:buFont typeface="Wingdings" charset="2"/>
              <a:buNone/>
              <a:tabLst/>
              <a:defRPr/>
            </a:pPr>
            <a:r>
              <a:rPr lang="de-DE" dirty="0"/>
              <a:t>Der Fließtext ist in der Calibri Regular 18 p, 20 p Zeilenabstand angelegt.</a:t>
            </a:r>
          </a:p>
          <a:p>
            <a:pPr marL="0" marR="0" lvl="2" indent="0" algn="l" defTabSz="914400" rtl="0" eaLnBrk="1" fontAlgn="auto" latinLnBrk="0" hangingPunct="1">
              <a:lnSpc>
                <a:spcPts val="2000"/>
              </a:lnSpc>
              <a:spcBef>
                <a:spcPts val="0"/>
              </a:spcBef>
              <a:spcAft>
                <a:spcPts val="0"/>
              </a:spcAft>
              <a:buClrTx/>
              <a:buSzTx/>
              <a:buFont typeface="Wingdings" charset="2"/>
              <a:buNone/>
              <a:tabLst/>
              <a:defRPr/>
            </a:pPr>
            <a:r>
              <a:rPr lang="de-DE" dirty="0"/>
              <a:t>Der Fließtext ist in der Calibri Regular 18 p, 20 p Zeilenabstand angelegt.</a:t>
            </a:r>
          </a:p>
          <a:p>
            <a:pPr marL="0" marR="0" lvl="2" indent="0" algn="l" defTabSz="914400" rtl="0" eaLnBrk="1" fontAlgn="auto" latinLnBrk="0" hangingPunct="1">
              <a:lnSpc>
                <a:spcPts val="2000"/>
              </a:lnSpc>
              <a:spcBef>
                <a:spcPts val="0"/>
              </a:spcBef>
              <a:spcAft>
                <a:spcPts val="0"/>
              </a:spcAft>
              <a:buClrTx/>
              <a:buSzTx/>
              <a:buFont typeface="Wingdings" charset="2"/>
              <a:buNone/>
              <a:tabLst/>
              <a:defRPr/>
            </a:pPr>
            <a:r>
              <a:rPr lang="de-DE" dirty="0"/>
              <a:t>Der Fließtext ist in der Calibri Regular 18 p, 20 p Zeilenabstand angelegt. </a:t>
            </a:r>
          </a:p>
          <a:p>
            <a:pPr marL="0" marR="0" lvl="2" indent="0" algn="l" defTabSz="914400" rtl="0" eaLnBrk="1" fontAlgn="auto" latinLnBrk="0" hangingPunct="1">
              <a:lnSpc>
                <a:spcPts val="2000"/>
              </a:lnSpc>
              <a:spcBef>
                <a:spcPts val="0"/>
              </a:spcBef>
              <a:spcAft>
                <a:spcPts val="0"/>
              </a:spcAft>
              <a:buClrTx/>
              <a:buSzTx/>
              <a:buFont typeface="Wingdings" charset="2"/>
              <a:buNone/>
              <a:tabLst/>
              <a:defRPr/>
            </a:pPr>
            <a:endParaRPr lang="de-DE" dirty="0"/>
          </a:p>
          <a:p>
            <a:pPr lvl="3"/>
            <a:r>
              <a:rPr lang="de-DE" dirty="0"/>
              <a:t>Dies ist ein Beispiel für eine Aufzählung in 1. Ebene </a:t>
            </a:r>
          </a:p>
          <a:p>
            <a:pPr lvl="3"/>
            <a:r>
              <a:rPr lang="de-DE" dirty="0"/>
              <a:t>Dies ist ein Beispiel für eine Aufzählung in 1. Ebene </a:t>
            </a:r>
          </a:p>
          <a:p>
            <a:pPr lvl="3"/>
            <a:r>
              <a:rPr lang="de-DE" dirty="0"/>
              <a:t>Dies ist ein Beispiel für eine Aufzählung in 1. Ebene</a:t>
            </a:r>
          </a:p>
          <a:p>
            <a:pPr lvl="4"/>
            <a:r>
              <a:rPr lang="de-DE" dirty="0"/>
              <a:t>Dies ist ein Beispiel für eine Aufzählung in 2. Ebene</a:t>
            </a:r>
          </a:p>
          <a:p>
            <a:pPr lvl="4"/>
            <a:r>
              <a:rPr lang="de-DE" dirty="0"/>
              <a:t>Dies ist ein Beispiel für eine Aufzählung in 2. Ebene </a:t>
            </a:r>
          </a:p>
          <a:p>
            <a:pPr lvl="3"/>
            <a:r>
              <a:rPr lang="de-DE" dirty="0"/>
              <a:t>Dies ist ein Beispiel für eine Aufzählung in 1. Ebene</a:t>
            </a:r>
          </a:p>
          <a:p>
            <a:pPr marL="216000" marR="0" lvl="3" indent="-216000" algn="l" defTabSz="914400" rtl="0" eaLnBrk="1" fontAlgn="auto" latinLnBrk="0" hangingPunct="1">
              <a:lnSpc>
                <a:spcPts val="2000"/>
              </a:lnSpc>
              <a:spcBef>
                <a:spcPts val="0"/>
              </a:spcBef>
              <a:spcAft>
                <a:spcPts val="0"/>
              </a:spcAft>
              <a:buClr>
                <a:srgbClr val="A8A8A7"/>
              </a:buClr>
              <a:buSzPct val="68000"/>
              <a:buFontTx/>
              <a:buBlip>
                <a:blip r:embed="rId3"/>
              </a:buBlip>
              <a:tabLst>
                <a:tab pos="173038" algn="l"/>
              </a:tabLst>
              <a:defRPr/>
            </a:pPr>
            <a:r>
              <a:rPr lang="de-DE" dirty="0"/>
              <a:t>Dies ist ein Beispiel für eine Aufzählung in 1. Ebene</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5. Schluss DE">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1163637" y="1881189"/>
            <a:ext cx="9864725" cy="3348037"/>
          </a:xfrm>
        </p:spPr>
        <p:txBody>
          <a:bodyPr>
            <a:noAutofit/>
          </a:bodyPr>
          <a:lstStyle>
            <a:lvl4pPr>
              <a:defRPr baseline="0"/>
            </a:lvl4pPr>
            <a:lvl5pPr>
              <a:defRPr/>
            </a:lvl5pPr>
          </a:lstStyle>
          <a:p>
            <a:pPr lvl="0"/>
            <a:r>
              <a:rPr lang="de-DE" dirty="0"/>
              <a:t>Danke</a:t>
            </a:r>
          </a:p>
          <a:p>
            <a:pPr lvl="3"/>
            <a:br>
              <a:rPr lang="de-DE" dirty="0"/>
            </a:br>
            <a:r>
              <a:rPr lang="de-DE" dirty="0"/>
              <a:t>HAWK</a:t>
            </a:r>
          </a:p>
          <a:p>
            <a:pPr lvl="3"/>
            <a:r>
              <a:rPr lang="de-DE" dirty="0"/>
              <a:t>Fakultät Ingenieurwissenschaften und Gesundheit</a:t>
            </a:r>
          </a:p>
          <a:p>
            <a:pPr lvl="4"/>
            <a:r>
              <a:rPr lang="de-DE" dirty="0" err="1"/>
              <a:t>Faculty</a:t>
            </a:r>
            <a:r>
              <a:rPr lang="de-DE" dirty="0"/>
              <a:t> </a:t>
            </a:r>
            <a:r>
              <a:rPr lang="de-DE" dirty="0" err="1"/>
              <a:t>of</a:t>
            </a:r>
            <a:r>
              <a:rPr lang="de-DE" dirty="0"/>
              <a:t> Engineering </a:t>
            </a:r>
            <a:r>
              <a:rPr lang="de-DE" dirty="0" err="1"/>
              <a:t>and</a:t>
            </a:r>
            <a:r>
              <a:rPr lang="de-DE" dirty="0"/>
              <a:t> </a:t>
            </a:r>
            <a:r>
              <a:rPr lang="de-DE" dirty="0" err="1"/>
              <a:t>Health</a:t>
            </a:r>
            <a:endParaRPr lang="de-DE" dirty="0"/>
          </a:p>
          <a:p>
            <a:pPr lvl="3"/>
            <a:r>
              <a:rPr lang="de-DE" dirty="0"/>
              <a:t>Von-Ossietzky-Straße 99</a:t>
            </a:r>
          </a:p>
          <a:p>
            <a:pPr lvl="3"/>
            <a:r>
              <a:rPr lang="de-DE" dirty="0"/>
              <a:t>37085 Göttingen</a:t>
            </a:r>
          </a:p>
          <a:p>
            <a:pPr lvl="3"/>
            <a:r>
              <a:rPr lang="de-DE" dirty="0"/>
              <a:t>Germany</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 Schluss E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1163637" y="1881189"/>
            <a:ext cx="9864725" cy="3348037"/>
          </a:xfrm>
        </p:spPr>
        <p:txBody>
          <a:bodyPr>
            <a:noAutofit/>
          </a:bodyPr>
          <a:lstStyle>
            <a:lvl4pPr>
              <a:defRPr baseline="0"/>
            </a:lvl4pPr>
            <a:lvl5pPr>
              <a:defRPr/>
            </a:lvl5pPr>
          </a:lstStyle>
          <a:p>
            <a:pPr lvl="0"/>
            <a:r>
              <a:rPr lang="de-DE" dirty="0" err="1"/>
              <a:t>Thank</a:t>
            </a:r>
            <a:r>
              <a:rPr lang="de-DE" dirty="0"/>
              <a:t> </a:t>
            </a:r>
            <a:r>
              <a:rPr lang="de-DE" dirty="0" err="1"/>
              <a:t>you</a:t>
            </a:r>
            <a:endParaRPr lang="de-DE" dirty="0"/>
          </a:p>
          <a:p>
            <a:pPr lvl="3"/>
            <a:br>
              <a:rPr lang="de-DE" dirty="0"/>
            </a:br>
            <a:r>
              <a:rPr lang="de-DE" dirty="0"/>
              <a:t>HAWK</a:t>
            </a:r>
          </a:p>
          <a:p>
            <a:pPr lvl="3"/>
            <a:r>
              <a:rPr lang="de-DE" dirty="0"/>
              <a:t>Fakultät Ingenieurwissenschaften und Gesundheit</a:t>
            </a:r>
          </a:p>
          <a:p>
            <a:pPr lvl="4"/>
            <a:r>
              <a:rPr lang="de-DE" dirty="0" err="1"/>
              <a:t>Faculty</a:t>
            </a:r>
            <a:r>
              <a:rPr lang="de-DE" dirty="0"/>
              <a:t> </a:t>
            </a:r>
            <a:r>
              <a:rPr lang="de-DE" dirty="0" err="1"/>
              <a:t>of</a:t>
            </a:r>
            <a:r>
              <a:rPr lang="de-DE" dirty="0"/>
              <a:t> Engineering </a:t>
            </a:r>
            <a:r>
              <a:rPr lang="de-DE" dirty="0" err="1"/>
              <a:t>and</a:t>
            </a:r>
            <a:r>
              <a:rPr lang="de-DE" dirty="0"/>
              <a:t> </a:t>
            </a:r>
            <a:r>
              <a:rPr lang="de-DE" dirty="0" err="1"/>
              <a:t>Health</a:t>
            </a:r>
            <a:endParaRPr lang="de-DE" dirty="0"/>
          </a:p>
          <a:p>
            <a:pPr lvl="3"/>
            <a:r>
              <a:rPr lang="de-DE" dirty="0"/>
              <a:t>Von-Ossietzky-Straße 99</a:t>
            </a:r>
          </a:p>
          <a:p>
            <a:pPr lvl="3"/>
            <a:r>
              <a:rPr lang="de-DE" dirty="0"/>
              <a:t>37085 Göttingen</a:t>
            </a:r>
          </a:p>
          <a:p>
            <a:pPr lvl="3"/>
            <a:r>
              <a:rPr lang="de-DE" dirty="0"/>
              <a:t>Germany</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4" Type="http://schemas.openxmlformats.org/officeDocument/2006/relationships/image" Target="../media/image3.emf"/></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6.xml"/><Relationship Id="rId1" Type="http://schemas.openxmlformats.org/officeDocument/2006/relationships/slideLayout" Target="../slideLayouts/slideLayout5.xml"/><Relationship Id="rId4" Type="http://schemas.openxmlformats.org/officeDocument/2006/relationships/image" Target="../media/image5.emf"/></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theme" Target="../theme/theme4.xml"/><Relationship Id="rId1" Type="http://schemas.openxmlformats.org/officeDocument/2006/relationships/slideLayout" Target="../slideLayouts/slideLayout7.xml"/><Relationship Id="rId4" Type="http://schemas.openxmlformats.org/officeDocument/2006/relationships/image" Target="../media/image8.emf"/></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9.xml"/><Relationship Id="rId1" Type="http://schemas.openxmlformats.org/officeDocument/2006/relationships/slideLayout" Target="../slideLayouts/slideLayout8.xml"/><Relationship Id="rId4" Type="http://schemas.openxmlformats.org/officeDocument/2006/relationships/image" Target="../media/image10.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5261197"/>
      </p:ext>
    </p:extLst>
  </p:cSld>
  <p:clrMap bg1="lt1" tx1="dk1" bg2="lt2" tx2="dk2" accent1="accent1" accent2="accent2" accent3="accent3" accent4="accent4" accent5="accent5" accent6="accent6" hlink="hlink" folHlink="folHlink"/>
  <p:sldLayoutIdLst>
    <p:sldLayoutId id="2147483676" r:id="rId1"/>
    <p:sldLayoutId id="2147483690" r:id="rId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lnSpc>
          <a:spcPts val="2000"/>
        </a:lnSpc>
        <a:spcBef>
          <a:spcPts val="0"/>
        </a:spcBef>
        <a:buFont typeface="Arial"/>
        <a:buNone/>
        <a:defRPr sz="1800" kern="1200">
          <a:solidFill>
            <a:schemeClr val="tx1"/>
          </a:solidFill>
          <a:latin typeface="Calibri" charset="0"/>
          <a:ea typeface="Calibri" charset="0"/>
          <a:cs typeface="Calibri" charset="0"/>
        </a:defRPr>
      </a:lvl1pPr>
      <a:lvl2pPr marL="0" indent="0" algn="l" defTabSz="914400" rtl="0" eaLnBrk="1" latinLnBrk="0" hangingPunct="1">
        <a:lnSpc>
          <a:spcPts val="2000"/>
        </a:lnSpc>
        <a:spcBef>
          <a:spcPts val="0"/>
        </a:spcBef>
        <a:buFont typeface="Arial"/>
        <a:buNone/>
        <a:defRPr sz="1800" kern="1200">
          <a:solidFill>
            <a:schemeClr val="tx1"/>
          </a:solidFill>
          <a:latin typeface="Calibri" charset="0"/>
          <a:ea typeface="Calibri" charset="0"/>
          <a:cs typeface="Calibri" charset="0"/>
        </a:defRPr>
      </a:lvl2pPr>
      <a:lvl3pPr marL="0" indent="0" algn="l" defTabSz="914400" rtl="0" eaLnBrk="1" latinLnBrk="0" hangingPunct="1">
        <a:lnSpc>
          <a:spcPts val="2000"/>
        </a:lnSpc>
        <a:spcBef>
          <a:spcPts val="0"/>
        </a:spcBef>
        <a:buFont typeface="Arial"/>
        <a:buNone/>
        <a:defRPr sz="1800" kern="1200">
          <a:solidFill>
            <a:schemeClr val="tx1"/>
          </a:solidFill>
          <a:latin typeface="Calibri" charset="0"/>
          <a:ea typeface="Calibri" charset="0"/>
          <a:cs typeface="Calibri" charset="0"/>
        </a:defRPr>
      </a:lvl3pPr>
      <a:lvl4pPr marL="0" indent="0" algn="l" defTabSz="914400" rtl="0" eaLnBrk="1" latinLnBrk="0" hangingPunct="1">
        <a:lnSpc>
          <a:spcPts val="2000"/>
        </a:lnSpc>
        <a:spcBef>
          <a:spcPts val="0"/>
        </a:spcBef>
        <a:buFont typeface="Arial"/>
        <a:buNone/>
        <a:defRPr sz="1800" kern="1200">
          <a:solidFill>
            <a:schemeClr val="tx1"/>
          </a:solidFill>
          <a:latin typeface="Calibri" charset="0"/>
          <a:ea typeface="Calibri" charset="0"/>
          <a:cs typeface="Calibri" charset="0"/>
        </a:defRPr>
      </a:lvl4pPr>
      <a:lvl5pPr marL="0" indent="0" algn="l" defTabSz="914400" rtl="0" eaLnBrk="1" latinLnBrk="0" hangingPunct="1">
        <a:lnSpc>
          <a:spcPts val="2000"/>
        </a:lnSpc>
        <a:spcBef>
          <a:spcPts val="0"/>
        </a:spcBef>
        <a:buFont typeface="Arial"/>
        <a:buNone/>
        <a:defRPr sz="1800" kern="1200">
          <a:solidFill>
            <a:schemeClr val="tx1"/>
          </a:solidFill>
          <a:latin typeface="Calibri" charset="0"/>
          <a:ea typeface="Calibri" charset="0"/>
          <a:cs typeface="Calibri"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537" userDrawn="1">
          <p15:clr>
            <a:srgbClr val="5ACBF0"/>
          </p15:clr>
        </p15:guide>
        <p15:guide id="2" pos="143" userDrawn="1">
          <p15:clr>
            <a:srgbClr val="5ACBF0"/>
          </p15:clr>
        </p15:guide>
        <p15:guide id="3" orient="horz" pos="142" userDrawn="1">
          <p15:clr>
            <a:srgbClr val="5ACBF0"/>
          </p15:clr>
        </p15:guide>
        <p15:guide id="4" orient="horz" pos="4178" userDrawn="1">
          <p15:clr>
            <a:srgbClr val="5ACBF0"/>
          </p15:clr>
        </p15:guide>
        <p15:guide id="5" orient="horz" pos="935" userDrawn="1">
          <p15:clr>
            <a:srgbClr val="C35EA4"/>
          </p15:clr>
        </p15:guide>
        <p15:guide id="6" orient="horz" pos="3362" userDrawn="1">
          <p15:clr>
            <a:srgbClr val="C35E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1163638" y="4804078"/>
            <a:ext cx="9864725" cy="648301"/>
          </a:xfrm>
          <a:prstGeom prst="rect">
            <a:avLst/>
          </a:prstGeom>
        </p:spPr>
        <p:txBody>
          <a:bodyPr vert="horz" lIns="0" tIns="0" rIns="0" bIns="0" rtlCol="0" anchor="b" anchorCtr="0">
            <a:noAutofit/>
          </a:bodyPr>
          <a:lstStyle/>
          <a:p>
            <a:r>
              <a:rPr lang="de-DE" dirty="0"/>
              <a:t>Headline 1 Calibri </a:t>
            </a:r>
            <a:r>
              <a:rPr lang="de-DE" dirty="0" err="1"/>
              <a:t>Bold</a:t>
            </a:r>
            <a:r>
              <a:rPr lang="de-DE" dirty="0"/>
              <a:t> 36 p</a:t>
            </a:r>
          </a:p>
        </p:txBody>
      </p:sp>
    </p:spTree>
    <p:extLst>
      <p:ext uri="{BB962C8B-B14F-4D97-AF65-F5344CB8AC3E}">
        <p14:creationId xmlns:p14="http://schemas.microsoft.com/office/powerpoint/2010/main" val="1628278009"/>
      </p:ext>
    </p:extLst>
  </p:cSld>
  <p:clrMap bg1="lt1" tx1="dk1" bg2="lt2" tx2="dk2" accent1="accent1" accent2="accent2" accent3="accent3" accent4="accent4" accent5="accent5" accent6="accent6" hlink="hlink" folHlink="folHlink"/>
  <p:sldLayoutIdLst>
    <p:sldLayoutId id="2147483678" r:id="rId1"/>
    <p:sldLayoutId id="2147483688" r:id="rId2"/>
  </p:sldLayoutIdLst>
  <p:hf hdr="0" ftr="0" dt="0"/>
  <p:txStyles>
    <p:titleStyle>
      <a:lvl1pPr algn="r" defTabSz="914400" rtl="0" eaLnBrk="1" latinLnBrk="0" hangingPunct="1">
        <a:lnSpc>
          <a:spcPct val="90000"/>
        </a:lnSpc>
        <a:spcBef>
          <a:spcPct val="0"/>
        </a:spcBef>
        <a:buNone/>
        <a:defRPr sz="3600" b="1" kern="1200">
          <a:solidFill>
            <a:schemeClr val="bg1"/>
          </a:solidFill>
          <a:latin typeface="Calibri" charset="0"/>
          <a:ea typeface="Calibri" charset="0"/>
          <a:cs typeface="Calibri" charset="0"/>
        </a:defRPr>
      </a:lvl1pPr>
    </p:titleStyle>
    <p:bodyStyle>
      <a:lvl1pPr marL="0" indent="0" algn="l" defTabSz="914400" rtl="0" eaLnBrk="1" latinLnBrk="0" hangingPunct="1">
        <a:lnSpc>
          <a:spcPts val="2000"/>
        </a:lnSpc>
        <a:spcBef>
          <a:spcPts val="0"/>
        </a:spcBef>
        <a:buFont typeface="Arial"/>
        <a:buNone/>
        <a:defRPr sz="1800" kern="1200">
          <a:solidFill>
            <a:schemeClr val="tx1"/>
          </a:solidFill>
          <a:latin typeface="Calibri" charset="0"/>
          <a:ea typeface="Calibri" charset="0"/>
          <a:cs typeface="Calibri" charset="0"/>
        </a:defRPr>
      </a:lvl1pPr>
      <a:lvl2pPr marL="0" indent="0" algn="l" defTabSz="914400" rtl="0" eaLnBrk="1" latinLnBrk="0" hangingPunct="1">
        <a:lnSpc>
          <a:spcPts val="2000"/>
        </a:lnSpc>
        <a:spcBef>
          <a:spcPts val="0"/>
        </a:spcBef>
        <a:buFont typeface="Arial"/>
        <a:buNone/>
        <a:defRPr sz="1800" kern="1200">
          <a:solidFill>
            <a:schemeClr val="tx1"/>
          </a:solidFill>
          <a:latin typeface="Calibri" charset="0"/>
          <a:ea typeface="Calibri" charset="0"/>
          <a:cs typeface="Calibri" charset="0"/>
        </a:defRPr>
      </a:lvl2pPr>
      <a:lvl3pPr marL="0" indent="0" algn="l" defTabSz="914400" rtl="0" eaLnBrk="1" latinLnBrk="0" hangingPunct="1">
        <a:lnSpc>
          <a:spcPts val="2000"/>
        </a:lnSpc>
        <a:spcBef>
          <a:spcPts val="0"/>
        </a:spcBef>
        <a:buFont typeface="Arial"/>
        <a:buNone/>
        <a:defRPr sz="1800" kern="1200">
          <a:solidFill>
            <a:schemeClr val="tx1"/>
          </a:solidFill>
          <a:latin typeface="Calibri" charset="0"/>
          <a:ea typeface="Calibri" charset="0"/>
          <a:cs typeface="Calibri" charset="0"/>
        </a:defRPr>
      </a:lvl3pPr>
      <a:lvl4pPr marL="0" indent="0" algn="l" defTabSz="914400" rtl="0" eaLnBrk="1" latinLnBrk="0" hangingPunct="1">
        <a:lnSpc>
          <a:spcPts val="2000"/>
        </a:lnSpc>
        <a:spcBef>
          <a:spcPts val="0"/>
        </a:spcBef>
        <a:buFont typeface="Arial"/>
        <a:buNone/>
        <a:defRPr sz="1800" kern="1200">
          <a:solidFill>
            <a:schemeClr val="tx1"/>
          </a:solidFill>
          <a:latin typeface="Calibri" charset="0"/>
          <a:ea typeface="Calibri" charset="0"/>
          <a:cs typeface="Calibri" charset="0"/>
        </a:defRPr>
      </a:lvl4pPr>
      <a:lvl5pPr marL="0" indent="0" algn="l" defTabSz="914400" rtl="0" eaLnBrk="1" latinLnBrk="0" hangingPunct="1">
        <a:lnSpc>
          <a:spcPts val="2000"/>
        </a:lnSpc>
        <a:spcBef>
          <a:spcPts val="0"/>
        </a:spcBef>
        <a:buFont typeface="Arial"/>
        <a:buNone/>
        <a:defRPr sz="1800" kern="1200">
          <a:solidFill>
            <a:schemeClr val="tx1"/>
          </a:solidFill>
          <a:latin typeface="Calibri" charset="0"/>
          <a:ea typeface="Calibri" charset="0"/>
          <a:cs typeface="Calibri"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537" userDrawn="1">
          <p15:clr>
            <a:srgbClr val="5ACBF0"/>
          </p15:clr>
        </p15:guide>
        <p15:guide id="2" pos="6947" userDrawn="1">
          <p15:clr>
            <a:srgbClr val="C35EA4"/>
          </p15:clr>
        </p15:guide>
        <p15:guide id="3" pos="733" userDrawn="1">
          <p15:clr>
            <a:srgbClr val="C35EA4"/>
          </p15:clr>
        </p15:guide>
        <p15:guide id="4" pos="143" userDrawn="1">
          <p15:clr>
            <a:srgbClr val="5ACBF0"/>
          </p15:clr>
        </p15:guide>
        <p15:guide id="6" orient="horz" pos="142" userDrawn="1">
          <p15:clr>
            <a:srgbClr val="5ACBF0"/>
          </p15:clr>
        </p15:guide>
        <p15:guide id="7" orient="horz" pos="935" userDrawn="1">
          <p15:clr>
            <a:srgbClr val="C35EA4"/>
          </p15:clr>
        </p15:guide>
        <p15:guide id="8" orient="horz" pos="3362" userDrawn="1">
          <p15:clr>
            <a:srgbClr val="C35EA4"/>
          </p15:clr>
        </p15:guide>
        <p15:guide id="9" orient="horz" pos="4178" userDrawn="1">
          <p15:clr>
            <a:srgbClr val="5ACBF0"/>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3" name="Textplatzhalter 2"/>
          <p:cNvSpPr>
            <a:spLocks noGrp="1"/>
          </p:cNvSpPr>
          <p:nvPr>
            <p:ph type="body" idx="1"/>
          </p:nvPr>
        </p:nvSpPr>
        <p:spPr>
          <a:xfrm>
            <a:off x="1163639" y="1881189"/>
            <a:ext cx="9864724" cy="3348037"/>
          </a:xfrm>
          <a:prstGeom prst="rect">
            <a:avLst/>
          </a:prstGeom>
        </p:spPr>
        <p:txBody>
          <a:bodyPr vert="horz" lIns="0" tIns="0" rIns="0" bIns="0" rtlCol="0">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extLst>
      <p:ext uri="{BB962C8B-B14F-4D97-AF65-F5344CB8AC3E}">
        <p14:creationId xmlns:p14="http://schemas.microsoft.com/office/powerpoint/2010/main" val="1084383542"/>
      </p:ext>
    </p:extLst>
  </p:cSld>
  <p:clrMap bg1="lt1" tx1="dk1" bg2="lt2" tx2="dk2" accent1="accent1" accent2="accent2" accent3="accent3" accent4="accent4" accent5="accent5" accent6="accent6" hlink="hlink" folHlink="folHlink"/>
  <p:sldLayoutIdLst>
    <p:sldLayoutId id="2147483681" r:id="rId1"/>
    <p:sldLayoutId id="2147483682" r:id="rId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lnSpc>
          <a:spcPts val="3800"/>
        </a:lnSpc>
        <a:spcBef>
          <a:spcPts val="0"/>
        </a:spcBef>
        <a:buFont typeface="Arial"/>
        <a:buNone/>
        <a:defRPr sz="3600" b="1" kern="1200">
          <a:solidFill>
            <a:srgbClr val="575756"/>
          </a:solidFill>
          <a:latin typeface="Calibri" charset="0"/>
          <a:ea typeface="Calibri" charset="0"/>
          <a:cs typeface="Calibri" charset="0"/>
        </a:defRPr>
      </a:lvl1pPr>
      <a:lvl2pPr marL="403200" indent="0" algn="l" defTabSz="914400" rtl="0" eaLnBrk="1" latinLnBrk="0" hangingPunct="1">
        <a:lnSpc>
          <a:spcPts val="2400"/>
        </a:lnSpc>
        <a:spcBef>
          <a:spcPts val="0"/>
        </a:spcBef>
        <a:buFont typeface="Arial"/>
        <a:buNone/>
        <a:defRPr sz="2400" b="1" kern="1200">
          <a:solidFill>
            <a:srgbClr val="575756"/>
          </a:solidFill>
          <a:latin typeface="Calibri" charset="0"/>
          <a:ea typeface="Calibri" charset="0"/>
          <a:cs typeface="Calibri" charset="0"/>
        </a:defRPr>
      </a:lvl2pPr>
      <a:lvl3pPr marL="403200" indent="0" algn="l" defTabSz="914400" rtl="0" eaLnBrk="1" latinLnBrk="0" hangingPunct="1">
        <a:lnSpc>
          <a:spcPts val="2000"/>
        </a:lnSpc>
        <a:spcBef>
          <a:spcPts val="0"/>
        </a:spcBef>
        <a:buFont typeface="Arial"/>
        <a:buNone/>
        <a:defRPr sz="1800" b="1" kern="1200">
          <a:solidFill>
            <a:schemeClr val="tx1"/>
          </a:solidFill>
          <a:latin typeface="Calibri" charset="0"/>
          <a:ea typeface="Calibri" charset="0"/>
          <a:cs typeface="Calibri" charset="0"/>
        </a:defRPr>
      </a:lvl3pPr>
      <a:lvl4pPr marL="403200" indent="0" algn="l" defTabSz="914400" rtl="0" eaLnBrk="1" latinLnBrk="0" hangingPunct="1">
        <a:lnSpc>
          <a:spcPts val="2000"/>
        </a:lnSpc>
        <a:spcBef>
          <a:spcPts val="0"/>
        </a:spcBef>
        <a:buFont typeface="Arial"/>
        <a:buNone/>
        <a:defRPr sz="1800" kern="1200">
          <a:solidFill>
            <a:schemeClr val="tx1"/>
          </a:solidFill>
          <a:latin typeface="Calibri" charset="0"/>
          <a:ea typeface="Calibri" charset="0"/>
          <a:cs typeface="Calibri" charset="0"/>
        </a:defRPr>
      </a:lvl4pPr>
      <a:lvl5pPr marL="403200" indent="0" algn="l" defTabSz="914400" rtl="0" eaLnBrk="1" latinLnBrk="0" hangingPunct="1">
        <a:lnSpc>
          <a:spcPts val="2000"/>
        </a:lnSpc>
        <a:spcBef>
          <a:spcPts val="0"/>
        </a:spcBef>
        <a:buFont typeface="Arial"/>
        <a:buNone/>
        <a:defRPr sz="1800" kern="1200">
          <a:solidFill>
            <a:srgbClr val="A8A8A7"/>
          </a:solidFill>
          <a:latin typeface="Calibri" charset="0"/>
          <a:ea typeface="Calibri" charset="0"/>
          <a:cs typeface="Calibri"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42" userDrawn="1">
          <p15:clr>
            <a:srgbClr val="5ACBF0"/>
          </p15:clr>
        </p15:guide>
        <p15:guide id="2" orient="horz" pos="4178" userDrawn="1">
          <p15:clr>
            <a:srgbClr val="5ACBF0"/>
          </p15:clr>
        </p15:guide>
        <p15:guide id="3" orient="horz" pos="1185" userDrawn="1">
          <p15:clr>
            <a:srgbClr val="C35EA4"/>
          </p15:clr>
        </p15:guide>
        <p15:guide id="4" orient="horz" pos="3294" userDrawn="1">
          <p15:clr>
            <a:srgbClr val="C35EA4"/>
          </p15:clr>
        </p15:guide>
        <p15:guide id="5" pos="143" userDrawn="1">
          <p15:clr>
            <a:srgbClr val="5ACBF0"/>
          </p15:clr>
        </p15:guide>
        <p15:guide id="6" pos="733" userDrawn="1">
          <p15:clr>
            <a:srgbClr val="C35EA4"/>
          </p15:clr>
        </p15:guide>
        <p15:guide id="7" pos="6947" userDrawn="1">
          <p15:clr>
            <a:srgbClr val="C35EA4"/>
          </p15:clr>
        </p15:guide>
        <p15:guide id="8" pos="7537" userDrawn="1">
          <p15:clr>
            <a:srgbClr val="5ACBF0"/>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3" name="Textplatzhalter 2"/>
          <p:cNvSpPr>
            <a:spLocks noGrp="1"/>
          </p:cNvSpPr>
          <p:nvPr>
            <p:ph type="body" idx="1"/>
          </p:nvPr>
        </p:nvSpPr>
        <p:spPr>
          <a:xfrm>
            <a:off x="1163638" y="1196976"/>
            <a:ext cx="9864723" cy="4938212"/>
          </a:xfrm>
          <a:prstGeom prst="rect">
            <a:avLst/>
          </a:prstGeom>
        </p:spPr>
        <p:txBody>
          <a:bodyPr vert="horz" lIns="0" tIns="0" rIns="0" bIns="0" rtlCol="0">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8" name="Textfeld 7"/>
          <p:cNvSpPr txBox="1"/>
          <p:nvPr userDrawn="1"/>
        </p:nvSpPr>
        <p:spPr>
          <a:xfrm>
            <a:off x="11028362" y="6135188"/>
            <a:ext cx="936625" cy="503237"/>
          </a:xfrm>
          <a:prstGeom prst="rect">
            <a:avLst/>
          </a:prstGeom>
          <a:noFill/>
        </p:spPr>
        <p:txBody>
          <a:bodyPr wrap="square" lIns="0" tIns="0" rIns="0" bIns="93600" rtlCol="0" anchor="b" anchorCtr="0">
            <a:noAutofit/>
          </a:bodyPr>
          <a:lstStyle/>
          <a:p>
            <a:pPr algn="r"/>
            <a:fld id="{5DC15FB1-D152-E94E-86AD-F453512DAE7F}" type="slidenum">
              <a:rPr lang="de-DE" sz="950" smtClean="0">
                <a:solidFill>
                  <a:srgbClr val="575756"/>
                </a:solidFill>
              </a:rPr>
              <a:pPr algn="r"/>
              <a:t>‹Nr.›</a:t>
            </a:fld>
            <a:endParaRPr lang="de-DE" sz="950" dirty="0">
              <a:solidFill>
                <a:srgbClr val="575756"/>
              </a:solidFill>
            </a:endParaRPr>
          </a:p>
        </p:txBody>
      </p:sp>
    </p:spTree>
    <p:extLst>
      <p:ext uri="{BB962C8B-B14F-4D97-AF65-F5344CB8AC3E}">
        <p14:creationId xmlns:p14="http://schemas.microsoft.com/office/powerpoint/2010/main" val="1317550394"/>
      </p:ext>
    </p:extLst>
  </p:cSld>
  <p:clrMap bg1="lt1" tx1="dk1" bg2="lt2" tx2="dk2" accent1="accent1" accent2="accent2" accent3="accent3" accent4="accent4" accent5="accent5" accent6="accent6" hlink="hlink" folHlink="folHlink"/>
  <p:sldLayoutIdLst>
    <p:sldLayoutId id="2147483684" r:id="rId1"/>
  </p:sldLayoutIdLst>
  <p:hf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0" indent="0" algn="l" defTabSz="914400" rtl="0" eaLnBrk="1" latinLnBrk="0" hangingPunct="1">
        <a:lnSpc>
          <a:spcPts val="2600"/>
        </a:lnSpc>
        <a:spcBef>
          <a:spcPts val="0"/>
        </a:spcBef>
        <a:buFont typeface="Arial"/>
        <a:buNone/>
        <a:defRPr sz="2400" b="1" kern="1200">
          <a:solidFill>
            <a:srgbClr val="575756"/>
          </a:solidFill>
          <a:latin typeface="Calibri" charset="0"/>
          <a:ea typeface="Calibri" charset="0"/>
          <a:cs typeface="Calibri" charset="0"/>
        </a:defRPr>
      </a:lvl1pPr>
      <a:lvl2pPr marL="0" indent="0" algn="l" defTabSz="914400" rtl="0" eaLnBrk="1" latinLnBrk="0" hangingPunct="1">
        <a:lnSpc>
          <a:spcPts val="2000"/>
        </a:lnSpc>
        <a:spcBef>
          <a:spcPts val="0"/>
        </a:spcBef>
        <a:buFont typeface="Arial"/>
        <a:buNone/>
        <a:defRPr sz="1800" b="1" kern="1200">
          <a:solidFill>
            <a:schemeClr val="tx1"/>
          </a:solidFill>
          <a:latin typeface="Calibri" charset="0"/>
          <a:ea typeface="Calibri" charset="0"/>
          <a:cs typeface="Calibri" charset="0"/>
        </a:defRPr>
      </a:lvl2pPr>
      <a:lvl3pPr marL="0" indent="0" algn="l" defTabSz="914400" rtl="0" eaLnBrk="1" latinLnBrk="0" hangingPunct="1">
        <a:lnSpc>
          <a:spcPts val="2000"/>
        </a:lnSpc>
        <a:spcBef>
          <a:spcPts val="0"/>
        </a:spcBef>
        <a:buFont typeface="Wingdings" charset="2"/>
        <a:buNone/>
        <a:defRPr sz="1800" kern="1200">
          <a:solidFill>
            <a:schemeClr val="tx1"/>
          </a:solidFill>
          <a:latin typeface="Calibri" charset="0"/>
          <a:ea typeface="Calibri" charset="0"/>
          <a:cs typeface="Calibri" charset="0"/>
        </a:defRPr>
      </a:lvl3pPr>
      <a:lvl4pPr marL="216000" indent="-216000" algn="l" defTabSz="914400" rtl="0" eaLnBrk="1" latinLnBrk="0" hangingPunct="1">
        <a:lnSpc>
          <a:spcPts val="2000"/>
        </a:lnSpc>
        <a:spcBef>
          <a:spcPts val="0"/>
        </a:spcBef>
        <a:buClr>
          <a:srgbClr val="A8A8A7"/>
        </a:buClr>
        <a:buSzPct val="68000"/>
        <a:buFontTx/>
        <a:buBlip>
          <a:blip r:embed="rId4"/>
        </a:buBlip>
        <a:tabLst/>
        <a:defRPr sz="1800" kern="1200">
          <a:solidFill>
            <a:schemeClr val="tx1"/>
          </a:solidFill>
          <a:latin typeface="+mn-lt"/>
          <a:ea typeface="+mn-ea"/>
          <a:cs typeface="+mn-cs"/>
        </a:defRPr>
      </a:lvl4pPr>
      <a:lvl5pPr marL="410400" indent="-216000" algn="l" defTabSz="914400" rtl="0" eaLnBrk="1" latinLnBrk="0" hangingPunct="1">
        <a:lnSpc>
          <a:spcPts val="2000"/>
        </a:lnSpc>
        <a:spcBef>
          <a:spcPts val="0"/>
        </a:spcBef>
        <a:buFont typeface="Symbol" charset="2"/>
        <a:buChar char="-"/>
        <a:tabLst/>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33" userDrawn="1">
          <p15:clr>
            <a:srgbClr val="C35EA4"/>
          </p15:clr>
        </p15:guide>
        <p15:guide id="2" pos="143" userDrawn="1">
          <p15:clr>
            <a:srgbClr val="5ACBF0"/>
          </p15:clr>
        </p15:guide>
        <p15:guide id="3" pos="6947" userDrawn="1">
          <p15:clr>
            <a:srgbClr val="C35EA4"/>
          </p15:clr>
        </p15:guide>
        <p15:guide id="4" pos="7537" userDrawn="1">
          <p15:clr>
            <a:srgbClr val="5ACBF0"/>
          </p15:clr>
        </p15:guide>
        <p15:guide id="5" orient="horz" pos="4178" userDrawn="1">
          <p15:clr>
            <a:srgbClr val="5ACBF0"/>
          </p15:clr>
        </p15:guide>
        <p15:guide id="6" orient="horz" pos="142" userDrawn="1">
          <p15:clr>
            <a:srgbClr val="5ACBF0"/>
          </p15:clr>
        </p15:guide>
        <p15:guide id="7" orient="horz" pos="754" userDrawn="1">
          <p15:clr>
            <a:srgbClr val="C35EA4"/>
          </p15:clr>
        </p15:guide>
        <p15:guide id="8" orient="horz" pos="3861" userDrawn="1">
          <p15:clr>
            <a:srgbClr val="C35EA4"/>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3" name="Textplatzhalter 2"/>
          <p:cNvSpPr>
            <a:spLocks noGrp="1"/>
          </p:cNvSpPr>
          <p:nvPr>
            <p:ph type="body" idx="1"/>
          </p:nvPr>
        </p:nvSpPr>
        <p:spPr>
          <a:xfrm>
            <a:off x="1163639" y="1881189"/>
            <a:ext cx="9864724" cy="3348037"/>
          </a:xfrm>
          <a:prstGeom prst="rect">
            <a:avLst/>
          </a:prstGeom>
        </p:spPr>
        <p:txBody>
          <a:bodyPr vert="horz" lIns="0" tIns="0" rIns="0" bIns="0" rtlCol="0">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extLst>
      <p:ext uri="{BB962C8B-B14F-4D97-AF65-F5344CB8AC3E}">
        <p14:creationId xmlns:p14="http://schemas.microsoft.com/office/powerpoint/2010/main" val="1365587741"/>
      </p:ext>
    </p:extLst>
  </p:cSld>
  <p:clrMap bg1="lt1" tx1="dk1" bg2="lt2" tx2="dk2" accent1="accent1" accent2="accent2" accent3="accent3" accent4="accent4" accent5="accent5" accent6="accent6" hlink="hlink" folHlink="folHlink"/>
  <p:sldLayoutIdLst>
    <p:sldLayoutId id="2147483686" r:id="rId1"/>
    <p:sldLayoutId id="2147483689" r:id="rId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lnSpc>
          <a:spcPts val="3800"/>
        </a:lnSpc>
        <a:spcBef>
          <a:spcPts val="0"/>
        </a:spcBef>
        <a:buFont typeface="Arial"/>
        <a:buNone/>
        <a:defRPr sz="3600" b="1" kern="1200">
          <a:solidFill>
            <a:srgbClr val="575756"/>
          </a:solidFill>
          <a:latin typeface="Calibri" charset="0"/>
          <a:ea typeface="Calibri" charset="0"/>
          <a:cs typeface="Calibri" charset="0"/>
        </a:defRPr>
      </a:lvl1pPr>
      <a:lvl2pPr marL="403200" indent="0" algn="l" defTabSz="914400" rtl="0" eaLnBrk="1" latinLnBrk="0" hangingPunct="1">
        <a:lnSpc>
          <a:spcPts val="2400"/>
        </a:lnSpc>
        <a:spcBef>
          <a:spcPts val="0"/>
        </a:spcBef>
        <a:buFont typeface="Arial"/>
        <a:buNone/>
        <a:defRPr sz="2400" b="1" kern="1200">
          <a:solidFill>
            <a:srgbClr val="575756"/>
          </a:solidFill>
          <a:latin typeface="Calibri" charset="0"/>
          <a:ea typeface="Calibri" charset="0"/>
          <a:cs typeface="Calibri" charset="0"/>
        </a:defRPr>
      </a:lvl2pPr>
      <a:lvl3pPr marL="403200" indent="0" algn="l" defTabSz="914400" rtl="0" eaLnBrk="1" latinLnBrk="0" hangingPunct="1">
        <a:lnSpc>
          <a:spcPts val="2000"/>
        </a:lnSpc>
        <a:spcBef>
          <a:spcPts val="0"/>
        </a:spcBef>
        <a:buFont typeface="Arial"/>
        <a:buNone/>
        <a:defRPr sz="1800" b="1" kern="1200">
          <a:solidFill>
            <a:schemeClr val="tx1"/>
          </a:solidFill>
          <a:latin typeface="Calibri" charset="0"/>
          <a:ea typeface="Calibri" charset="0"/>
          <a:cs typeface="Calibri" charset="0"/>
        </a:defRPr>
      </a:lvl3pPr>
      <a:lvl4pPr marL="403200" indent="0" algn="l" defTabSz="914400" rtl="0" eaLnBrk="1" latinLnBrk="0" hangingPunct="1">
        <a:lnSpc>
          <a:spcPts val="2000"/>
        </a:lnSpc>
        <a:spcBef>
          <a:spcPts val="0"/>
        </a:spcBef>
        <a:buFont typeface="Arial"/>
        <a:buNone/>
        <a:defRPr sz="1800" kern="1200">
          <a:solidFill>
            <a:schemeClr val="tx1"/>
          </a:solidFill>
          <a:latin typeface="Calibri" charset="0"/>
          <a:ea typeface="Calibri" charset="0"/>
          <a:cs typeface="Calibri" charset="0"/>
        </a:defRPr>
      </a:lvl4pPr>
      <a:lvl5pPr marL="403200" indent="0" algn="l" defTabSz="914400" rtl="0" eaLnBrk="1" latinLnBrk="0" hangingPunct="1">
        <a:lnSpc>
          <a:spcPts val="2000"/>
        </a:lnSpc>
        <a:spcBef>
          <a:spcPts val="0"/>
        </a:spcBef>
        <a:buFont typeface="Arial"/>
        <a:buNone/>
        <a:defRPr sz="1800" kern="1200">
          <a:solidFill>
            <a:srgbClr val="A8A8A7"/>
          </a:solidFill>
          <a:latin typeface="Calibri" charset="0"/>
          <a:ea typeface="Calibri" charset="0"/>
          <a:cs typeface="Calibri"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42" userDrawn="1">
          <p15:clr>
            <a:srgbClr val="5ACBF0"/>
          </p15:clr>
        </p15:guide>
        <p15:guide id="2" orient="horz" pos="4178" userDrawn="1">
          <p15:clr>
            <a:srgbClr val="5ACBF0"/>
          </p15:clr>
        </p15:guide>
        <p15:guide id="3" orient="horz" pos="1185" userDrawn="1">
          <p15:clr>
            <a:srgbClr val="C35EA4"/>
          </p15:clr>
        </p15:guide>
        <p15:guide id="4" orient="horz" pos="3294" userDrawn="1">
          <p15:clr>
            <a:srgbClr val="C35EA4"/>
          </p15:clr>
        </p15:guide>
        <p15:guide id="5" pos="143" userDrawn="1">
          <p15:clr>
            <a:srgbClr val="5ACBF0"/>
          </p15:clr>
        </p15:guide>
        <p15:guide id="6" pos="733" userDrawn="1">
          <p15:clr>
            <a:srgbClr val="C35EA4"/>
          </p15:clr>
        </p15:guide>
        <p15:guide id="7" pos="6947" userDrawn="1">
          <p15:clr>
            <a:srgbClr val="C35EA4"/>
          </p15:clr>
        </p15:guide>
        <p15:guide id="8" pos="7537" userDrawn="1">
          <p15:clr>
            <a:srgbClr val="5ACBF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8" Type="http://schemas.openxmlformats.org/officeDocument/2006/relationships/diagramData" Target="../diagrams/data1.xml"/><Relationship Id="rId3" Type="http://schemas.openxmlformats.org/officeDocument/2006/relationships/image" Target="../media/image8.emf"/><Relationship Id="rId7" Type="http://schemas.openxmlformats.org/officeDocument/2006/relationships/image" Target="../media/image15.emf"/><Relationship Id="rId12"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4.png"/><Relationship Id="rId11" Type="http://schemas.openxmlformats.org/officeDocument/2006/relationships/diagramColors" Target="../diagrams/colors1.xml"/><Relationship Id="rId5" Type="http://schemas.openxmlformats.org/officeDocument/2006/relationships/image" Target="../media/image13.png"/><Relationship Id="rId10" Type="http://schemas.openxmlformats.org/officeDocument/2006/relationships/diagramQuickStyle" Target="../diagrams/quickStyle1.xml"/><Relationship Id="rId4" Type="http://schemas.openxmlformats.org/officeDocument/2006/relationships/image" Target="../media/image12.png"/><Relationship Id="rId9"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image" Target="../media/image16.png"/><Relationship Id="rId7" Type="http://schemas.openxmlformats.org/officeDocument/2006/relationships/diagramQuickStyle" Target="../diagrams/quickStyle2.xml"/><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diagramLayout" Target="../diagrams/layout2.xml"/><Relationship Id="rId5" Type="http://schemas.openxmlformats.org/officeDocument/2006/relationships/diagramData" Target="../diagrams/data2.xml"/><Relationship Id="rId4" Type="http://schemas.openxmlformats.org/officeDocument/2006/relationships/image" Target="../media/image8.emf"/><Relationship Id="rId9" Type="http://schemas.microsoft.com/office/2007/relationships/diagramDrawing" Target="../diagrams/drawing2.xml"/></Relationships>
</file>

<file path=ppt/slides/_rels/slide5.xml.rels><?xml version="1.0" encoding="UTF-8" standalone="yes"?>
<Relationships xmlns="http://schemas.openxmlformats.org/package/2006/relationships"><Relationship Id="rId8" Type="http://schemas.openxmlformats.org/officeDocument/2006/relationships/diagramLayout" Target="../diagrams/layout3.xml"/><Relationship Id="rId3" Type="http://schemas.openxmlformats.org/officeDocument/2006/relationships/image" Target="../media/image17.png"/><Relationship Id="rId7" Type="http://schemas.openxmlformats.org/officeDocument/2006/relationships/diagramData" Target="../diagrams/data3.xml"/><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8.emf"/><Relationship Id="rId11" Type="http://schemas.microsoft.com/office/2007/relationships/diagramDrawing" Target="../diagrams/drawing3.xml"/><Relationship Id="rId5" Type="http://schemas.openxmlformats.org/officeDocument/2006/relationships/image" Target="../media/image15.emf"/><Relationship Id="rId10" Type="http://schemas.openxmlformats.org/officeDocument/2006/relationships/diagramColors" Target="../diagrams/colors3.xml"/><Relationship Id="rId4" Type="http://schemas.openxmlformats.org/officeDocument/2006/relationships/image" Target="../media/image18.png"/><Relationship Id="rId9"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8" Type="http://schemas.openxmlformats.org/officeDocument/2006/relationships/diagramColors" Target="../diagrams/colors4.xml"/><Relationship Id="rId3" Type="http://schemas.openxmlformats.org/officeDocument/2006/relationships/image" Target="../media/image19.png"/><Relationship Id="rId7" Type="http://schemas.openxmlformats.org/officeDocument/2006/relationships/diagramQuickStyle" Target="../diagrams/quickStyle4.xml"/><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diagramLayout" Target="../diagrams/layout4.xml"/><Relationship Id="rId5" Type="http://schemas.openxmlformats.org/officeDocument/2006/relationships/diagramData" Target="../diagrams/data4.xml"/><Relationship Id="rId4" Type="http://schemas.openxmlformats.org/officeDocument/2006/relationships/image" Target="../media/image8.emf"/><Relationship Id="rId9" Type="http://schemas.microsoft.com/office/2007/relationships/diagramDrawing" Target="../diagrams/drawing4.xml"/></Relationships>
</file>

<file path=ppt/slides/_rels/slide7.xml.rels><?xml version="1.0" encoding="UTF-8" standalone="yes"?>
<Relationships xmlns="http://schemas.openxmlformats.org/package/2006/relationships"><Relationship Id="rId8" Type="http://schemas.openxmlformats.org/officeDocument/2006/relationships/diagramLayout" Target="../diagrams/layout5.xml"/><Relationship Id="rId3" Type="http://schemas.openxmlformats.org/officeDocument/2006/relationships/image" Target="../media/image20.png"/><Relationship Id="rId7" Type="http://schemas.openxmlformats.org/officeDocument/2006/relationships/diagramData" Target="../diagrams/data5.xml"/><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8.emf"/><Relationship Id="rId11" Type="http://schemas.microsoft.com/office/2007/relationships/diagramDrawing" Target="../diagrams/drawing5.xml"/><Relationship Id="rId5" Type="http://schemas.openxmlformats.org/officeDocument/2006/relationships/image" Target="../media/image15.emf"/><Relationship Id="rId10" Type="http://schemas.openxmlformats.org/officeDocument/2006/relationships/diagramColors" Target="../diagrams/colors5.xml"/><Relationship Id="rId4" Type="http://schemas.openxmlformats.org/officeDocument/2006/relationships/image" Target="../media/image21.png"/><Relationship Id="rId9" Type="http://schemas.openxmlformats.org/officeDocument/2006/relationships/diagramQuickStyle" Target="../diagrams/quickStyle5.xml"/></Relationships>
</file>

<file path=ppt/slides/_rels/slide8.xml.rels><?xml version="1.0" encoding="UTF-8" standalone="yes"?>
<Relationships xmlns="http://schemas.openxmlformats.org/package/2006/relationships"><Relationship Id="rId8" Type="http://schemas.openxmlformats.org/officeDocument/2006/relationships/diagramLayout" Target="../diagrams/layout6.xml"/><Relationship Id="rId3" Type="http://schemas.openxmlformats.org/officeDocument/2006/relationships/image" Target="../media/image22.png"/><Relationship Id="rId7" Type="http://schemas.openxmlformats.org/officeDocument/2006/relationships/diagramData" Target="../diagrams/data6.xml"/><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8.emf"/><Relationship Id="rId11" Type="http://schemas.microsoft.com/office/2007/relationships/diagramDrawing" Target="../diagrams/drawing6.xml"/><Relationship Id="rId5" Type="http://schemas.openxmlformats.org/officeDocument/2006/relationships/image" Target="../media/image15.emf"/><Relationship Id="rId10" Type="http://schemas.openxmlformats.org/officeDocument/2006/relationships/diagramColors" Target="../diagrams/colors6.xml"/><Relationship Id="rId4" Type="http://schemas.openxmlformats.org/officeDocument/2006/relationships/image" Target="../media/image23.png"/><Relationship Id="rId9" Type="http://schemas.openxmlformats.org/officeDocument/2006/relationships/diagramQuickStyle" Target="../diagrams/quickStyle6.xml"/></Relationships>
</file>

<file path=ppt/slides/_rels/slide9.xml.rels><?xml version="1.0" encoding="UTF-8" standalone="yes"?>
<Relationships xmlns="http://schemas.openxmlformats.org/package/2006/relationships"><Relationship Id="rId8" Type="http://schemas.openxmlformats.org/officeDocument/2006/relationships/diagramData" Target="../diagrams/data7.xml"/><Relationship Id="rId3" Type="http://schemas.openxmlformats.org/officeDocument/2006/relationships/image" Target="../media/image24.png"/><Relationship Id="rId7" Type="http://schemas.openxmlformats.org/officeDocument/2006/relationships/image" Target="../media/image8.emf"/><Relationship Id="rId12" Type="http://schemas.microsoft.com/office/2007/relationships/diagramDrawing" Target="../diagrams/drawing7.xml"/><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5.emf"/><Relationship Id="rId11" Type="http://schemas.openxmlformats.org/officeDocument/2006/relationships/diagramColors" Target="../diagrams/colors7.xml"/><Relationship Id="rId5" Type="http://schemas.openxmlformats.org/officeDocument/2006/relationships/image" Target="../media/image26.png"/><Relationship Id="rId10" Type="http://schemas.openxmlformats.org/officeDocument/2006/relationships/diagramQuickStyle" Target="../diagrams/quickStyle7.xml"/><Relationship Id="rId4" Type="http://schemas.openxmlformats.org/officeDocument/2006/relationships/image" Target="../media/image25.png"/><Relationship Id="rId9" Type="http://schemas.openxmlformats.org/officeDocument/2006/relationships/diagramLayout" Target="../diagrams/layout7.xml"/></Relationships>
</file>

<file path=ppt/slides/_rels/slide10.xml.rels><?xml version="1.0" encoding="UTF-8" standalone="yes"?>
<Relationships xmlns="http://schemas.openxmlformats.org/package/2006/relationships"><Relationship Id="rId8" Type="http://schemas.openxmlformats.org/officeDocument/2006/relationships/diagramQuickStyle" Target="../diagrams/quickStyle8.xml"/><Relationship Id="rId3" Type="http://schemas.openxmlformats.org/officeDocument/2006/relationships/image" Target="../media/image27.png"/><Relationship Id="rId7" Type="http://schemas.openxmlformats.org/officeDocument/2006/relationships/diagramLayout" Target="../diagrams/layout8.xml"/><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diagramData" Target="../diagrams/data8.xml"/><Relationship Id="rId5" Type="http://schemas.openxmlformats.org/officeDocument/2006/relationships/image" Target="../media/image8.emf"/><Relationship Id="rId10" Type="http://schemas.microsoft.com/office/2007/relationships/diagramDrawing" Target="../diagrams/drawing8.xml"/><Relationship Id="rId4" Type="http://schemas.openxmlformats.org/officeDocument/2006/relationships/image" Target="../media/image15.emf"/><Relationship Id="rId9" Type="http://schemas.openxmlformats.org/officeDocument/2006/relationships/diagramColors" Target="../diagrams/colors8.xml"/></Relationships>
</file>

<file path=ppt/slides/_rels/slide11.xml.rels><?xml version="1.0" encoding="UTF-8" standalone="yes"?>
<Relationships xmlns="http://schemas.openxmlformats.org/package/2006/relationships"><Relationship Id="rId8" Type="http://schemas.openxmlformats.org/officeDocument/2006/relationships/diagramLayout" Target="../diagrams/layout9.xml"/><Relationship Id="rId3" Type="http://schemas.openxmlformats.org/officeDocument/2006/relationships/image" Target="../media/image8.emf"/><Relationship Id="rId7" Type="http://schemas.openxmlformats.org/officeDocument/2006/relationships/diagramData" Target="../diagrams/data9.xml"/><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29.png"/><Relationship Id="rId11" Type="http://schemas.microsoft.com/office/2007/relationships/diagramDrawing" Target="../diagrams/drawing9.xml"/><Relationship Id="rId5" Type="http://schemas.openxmlformats.org/officeDocument/2006/relationships/image" Target="../media/image28.png"/><Relationship Id="rId10" Type="http://schemas.openxmlformats.org/officeDocument/2006/relationships/diagramColors" Target="../diagrams/colors9.xml"/><Relationship Id="rId4" Type="http://schemas.openxmlformats.org/officeDocument/2006/relationships/image" Target="../media/image15.emf"/><Relationship Id="rId9" Type="http://schemas.openxmlformats.org/officeDocument/2006/relationships/diagramQuickStyle" Target="../diagrams/quickStyle9.xml"/></Relationships>
</file>

<file path=ppt/slides/_rels/slide12.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18" Type="http://schemas.microsoft.com/office/2007/relationships/diagramDrawing" Target="../diagrams/drawing10.xml"/><Relationship Id="rId3" Type="http://schemas.openxmlformats.org/officeDocument/2006/relationships/image" Target="../media/image30.png"/><Relationship Id="rId7" Type="http://schemas.openxmlformats.org/officeDocument/2006/relationships/image" Target="../media/image32.png"/><Relationship Id="rId12" Type="http://schemas.openxmlformats.org/officeDocument/2006/relationships/image" Target="../media/image37.png"/><Relationship Id="rId17" Type="http://schemas.openxmlformats.org/officeDocument/2006/relationships/diagramColors" Target="../diagrams/colors10.xml"/><Relationship Id="rId2" Type="http://schemas.openxmlformats.org/officeDocument/2006/relationships/notesSlide" Target="../notesSlides/notesSlide11.xml"/><Relationship Id="rId16" Type="http://schemas.openxmlformats.org/officeDocument/2006/relationships/diagramQuickStyle" Target="../diagrams/quickStyle10.xml"/><Relationship Id="rId1" Type="http://schemas.openxmlformats.org/officeDocument/2006/relationships/slideLayout" Target="../slideLayouts/slideLayout7.xml"/><Relationship Id="rId6" Type="http://schemas.openxmlformats.org/officeDocument/2006/relationships/image" Target="../media/image31.png"/><Relationship Id="rId11" Type="http://schemas.openxmlformats.org/officeDocument/2006/relationships/image" Target="../media/image36.png"/><Relationship Id="rId5" Type="http://schemas.openxmlformats.org/officeDocument/2006/relationships/image" Target="../media/image8.emf"/><Relationship Id="rId15" Type="http://schemas.openxmlformats.org/officeDocument/2006/relationships/diagramLayout" Target="../diagrams/layout10.xml"/><Relationship Id="rId10" Type="http://schemas.openxmlformats.org/officeDocument/2006/relationships/image" Target="../media/image35.png"/><Relationship Id="rId4" Type="http://schemas.openxmlformats.org/officeDocument/2006/relationships/image" Target="../media/image15.emf"/><Relationship Id="rId9" Type="http://schemas.openxmlformats.org/officeDocument/2006/relationships/image" Target="../media/image34.png"/><Relationship Id="rId14" Type="http://schemas.openxmlformats.org/officeDocument/2006/relationships/diagramData" Target="../diagrams/data10.xml"/></Relationships>
</file>

<file path=ppt/slides/_rels/slide13.xml.rels><?xml version="1.0" encoding="UTF-8" standalone="yes"?>
<Relationships xmlns="http://schemas.openxmlformats.org/package/2006/relationships"><Relationship Id="rId8" Type="http://schemas.microsoft.com/office/2007/relationships/diagramDrawing" Target="../diagrams/drawing11.xml"/><Relationship Id="rId3" Type="http://schemas.openxmlformats.org/officeDocument/2006/relationships/image" Target="../media/image8.emf"/><Relationship Id="rId7" Type="http://schemas.openxmlformats.org/officeDocument/2006/relationships/diagramColors" Target="../diagrams/colors11.xml"/><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diagramQuickStyle" Target="../diagrams/quickStyle11.xml"/><Relationship Id="rId5" Type="http://schemas.openxmlformats.org/officeDocument/2006/relationships/diagramLayout" Target="../diagrams/layout11.xml"/><Relationship Id="rId4" Type="http://schemas.openxmlformats.org/officeDocument/2006/relationships/diagramData" Target="../diagrams/data11.xml"/></Relationships>
</file>

<file path=ppt/slides/_rels/slide14.xml.rels><?xml version="1.0" encoding="UTF-8" standalone="yes"?>
<Relationships xmlns="http://schemas.openxmlformats.org/package/2006/relationships"><Relationship Id="rId8" Type="http://schemas.openxmlformats.org/officeDocument/2006/relationships/diagramQuickStyle" Target="../diagrams/quickStyle12.xml"/><Relationship Id="rId3" Type="http://schemas.openxmlformats.org/officeDocument/2006/relationships/image" Target="../media/image39.png"/><Relationship Id="rId7" Type="http://schemas.openxmlformats.org/officeDocument/2006/relationships/diagramLayout" Target="../diagrams/layout12.xml"/><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diagramData" Target="../diagrams/data12.xml"/><Relationship Id="rId5" Type="http://schemas.openxmlformats.org/officeDocument/2006/relationships/image" Target="../media/image8.emf"/><Relationship Id="rId10" Type="http://schemas.microsoft.com/office/2007/relationships/diagramDrawing" Target="../diagrams/drawing12.xml"/><Relationship Id="rId4" Type="http://schemas.openxmlformats.org/officeDocument/2006/relationships/image" Target="../media/image15.emf"/><Relationship Id="rId9" Type="http://schemas.openxmlformats.org/officeDocument/2006/relationships/diagramColors" Target="../diagrams/colors12.xml"/></Relationships>
</file>

<file path=ppt/slides/_rels/slide15.xml.rels><?xml version="1.0" encoding="UTF-8" standalone="yes"?>
<Relationships xmlns="http://schemas.openxmlformats.org/package/2006/relationships"><Relationship Id="rId8" Type="http://schemas.openxmlformats.org/officeDocument/2006/relationships/diagramQuickStyle" Target="../diagrams/quickStyle13.xml"/><Relationship Id="rId3" Type="http://schemas.openxmlformats.org/officeDocument/2006/relationships/image" Target="../media/image40.png"/><Relationship Id="rId7" Type="http://schemas.openxmlformats.org/officeDocument/2006/relationships/diagramLayout" Target="../diagrams/layout13.xml"/><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diagramData" Target="../diagrams/data13.xml"/><Relationship Id="rId5" Type="http://schemas.openxmlformats.org/officeDocument/2006/relationships/image" Target="../media/image8.emf"/><Relationship Id="rId10" Type="http://schemas.microsoft.com/office/2007/relationships/diagramDrawing" Target="../diagrams/drawing13.xml"/><Relationship Id="rId4" Type="http://schemas.openxmlformats.org/officeDocument/2006/relationships/image" Target="../media/image15.emf"/><Relationship Id="rId9" Type="http://schemas.openxmlformats.org/officeDocument/2006/relationships/diagramColors" Target="../diagrams/colors13.xml"/></Relationships>
</file>

<file path=ppt/slides/_rels/slide16.xml.rels><?xml version="1.0" encoding="UTF-8" standalone="yes"?>
<Relationships xmlns="http://schemas.openxmlformats.org/package/2006/relationships"><Relationship Id="rId8" Type="http://schemas.openxmlformats.org/officeDocument/2006/relationships/diagramLayout" Target="../diagrams/layout14.xml"/><Relationship Id="rId3" Type="http://schemas.openxmlformats.org/officeDocument/2006/relationships/image" Target="../media/image41.png"/><Relationship Id="rId7" Type="http://schemas.openxmlformats.org/officeDocument/2006/relationships/diagramData" Target="../diagrams/data14.xml"/><Relationship Id="rId2" Type="http://schemas.openxmlformats.org/officeDocument/2006/relationships/notesSlide" Target="../notesSlides/notesSlide15.xml"/><Relationship Id="rId1" Type="http://schemas.openxmlformats.org/officeDocument/2006/relationships/slideLayout" Target="../slideLayouts/slideLayout8.xml"/><Relationship Id="rId6" Type="http://schemas.openxmlformats.org/officeDocument/2006/relationships/image" Target="../media/image43.svg"/><Relationship Id="rId11" Type="http://schemas.microsoft.com/office/2007/relationships/diagramDrawing" Target="../diagrams/drawing14.xml"/><Relationship Id="rId5" Type="http://schemas.openxmlformats.org/officeDocument/2006/relationships/image" Target="../media/image42.png"/><Relationship Id="rId10" Type="http://schemas.openxmlformats.org/officeDocument/2006/relationships/diagramColors" Target="../diagrams/colors14.xml"/><Relationship Id="rId4" Type="http://schemas.openxmlformats.org/officeDocument/2006/relationships/image" Target="../media/image15.emf"/><Relationship Id="rId9" Type="http://schemas.openxmlformats.org/officeDocument/2006/relationships/diagramQuickStyle" Target="../diagrams/quickStyle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8836890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pPr lvl="0"/>
            <a:r>
              <a:rPr lang="de-DE" dirty="0" err="1"/>
              <a:t>Robotikprojekt</a:t>
            </a:r>
            <a:r>
              <a:rPr lang="de-DE" dirty="0"/>
              <a:t> </a:t>
            </a:r>
            <a:r>
              <a:rPr lang="de-DE" dirty="0" err="1"/>
              <a:t>Turtlebot</a:t>
            </a:r>
            <a:endParaRPr lang="de-DE" dirty="0"/>
          </a:p>
          <a:p>
            <a:pPr lvl="3"/>
            <a:endParaRPr lang="de-DE" dirty="0"/>
          </a:p>
          <a:p>
            <a:pPr lvl="3"/>
            <a:r>
              <a:rPr lang="de-DE" dirty="0"/>
              <a:t>Von Janis Schneider und Niklas von Seggern</a:t>
            </a:r>
            <a:br>
              <a:rPr lang="de-DE" dirty="0"/>
            </a:br>
            <a:r>
              <a:rPr lang="de-DE" dirty="0"/>
              <a:t>06. März 2025</a:t>
            </a:r>
          </a:p>
          <a:p>
            <a:endParaRPr lang="de-DE" dirty="0"/>
          </a:p>
        </p:txBody>
      </p:sp>
    </p:spTree>
    <p:extLst>
      <p:ext uri="{BB962C8B-B14F-4D97-AF65-F5344CB8AC3E}">
        <p14:creationId xmlns:p14="http://schemas.microsoft.com/office/powerpoint/2010/main" val="15159923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Inhaltsplatzhalter 1"/>
          <p:cNvSpPr>
            <a:spLocks noGrp="1"/>
          </p:cNvSpPr>
          <p:nvPr>
            <p:ph idx="1"/>
          </p:nvPr>
        </p:nvSpPr>
        <p:spPr>
          <a:xfrm>
            <a:off x="1163637" y="1196974"/>
            <a:ext cx="9864725" cy="4899025"/>
          </a:xfrm>
        </p:spPr>
        <p:txBody>
          <a:bodyPr/>
          <a:lstStyle/>
          <a:p>
            <a:pPr lvl="3"/>
            <a:endParaRPr lang="de-DE" dirty="0"/>
          </a:p>
          <a:p>
            <a:pPr lvl="3"/>
            <a:r>
              <a:rPr lang="de-DE" dirty="0" err="1"/>
              <a:t>Rectified_Image_Node</a:t>
            </a:r>
            <a:endParaRPr lang="de-DE" dirty="0"/>
          </a:p>
          <a:p>
            <a:pPr lvl="3"/>
            <a:endParaRPr lang="de-DE" dirty="0"/>
          </a:p>
          <a:p>
            <a:pPr lvl="3"/>
            <a:r>
              <a:rPr lang="de-DE" dirty="0" err="1"/>
              <a:t>Birdseye_Node</a:t>
            </a:r>
            <a:endParaRPr lang="de-DE" dirty="0"/>
          </a:p>
          <a:p>
            <a:pPr lvl="3"/>
            <a:endParaRPr lang="de-DE" dirty="0"/>
          </a:p>
          <a:p>
            <a:pPr lvl="3"/>
            <a:r>
              <a:rPr lang="de-DE" dirty="0" err="1"/>
              <a:t>Birdseye_With_LiDAR_Node</a:t>
            </a:r>
            <a:endParaRPr lang="de-DE" dirty="0"/>
          </a:p>
          <a:p>
            <a:pPr lvl="3"/>
            <a:endParaRPr lang="de-DE" dirty="0"/>
          </a:p>
          <a:p>
            <a:pPr lvl="3"/>
            <a:r>
              <a:rPr lang="de-DE" dirty="0" err="1"/>
              <a:t>Follow_Line_Node</a:t>
            </a:r>
            <a:endParaRPr lang="de-DE" dirty="0"/>
          </a:p>
          <a:p>
            <a:pPr lvl="3"/>
            <a:endParaRPr lang="de-DE" dirty="0"/>
          </a:p>
          <a:p>
            <a:pPr lvl="3"/>
            <a:r>
              <a:rPr lang="de-DE" dirty="0"/>
              <a:t>Zusammenspiel der Nodes</a:t>
            </a:r>
          </a:p>
          <a:p>
            <a:pPr lvl="3"/>
            <a:endParaRPr lang="de-DE" dirty="0"/>
          </a:p>
          <a:p>
            <a:pPr lvl="3"/>
            <a:r>
              <a:rPr lang="de-DE" dirty="0"/>
              <a:t>Fahren …</a:t>
            </a:r>
          </a:p>
          <a:p>
            <a:pPr lvl="3"/>
            <a:endParaRPr lang="de-DE" dirty="0"/>
          </a:p>
          <a:p>
            <a:pPr lvl="3"/>
            <a:endParaRPr lang="de-DE" dirty="0"/>
          </a:p>
          <a:p>
            <a:pPr lvl="3"/>
            <a:endParaRPr lang="de-DE" dirty="0"/>
          </a:p>
          <a:p>
            <a:pPr lvl="3"/>
            <a:endParaRPr lang="de-DE" dirty="0"/>
          </a:p>
          <a:p>
            <a:pPr lvl="3"/>
            <a:endParaRPr lang="de-DE" dirty="0"/>
          </a:p>
        </p:txBody>
      </p:sp>
      <p:sp>
        <p:nvSpPr>
          <p:cNvPr id="2" name="Inhaltsplatzhalter 1">
            <a:extLst>
              <a:ext uri="{FF2B5EF4-FFF2-40B4-BE49-F238E27FC236}">
                <a16:creationId xmlns:a16="http://schemas.microsoft.com/office/drawing/2014/main" id="{B7DBC3A2-3AD8-37EC-F234-7B88590F70DA}"/>
              </a:ext>
            </a:extLst>
          </p:cNvPr>
          <p:cNvSpPr txBox="1">
            <a:spLocks/>
          </p:cNvSpPr>
          <p:nvPr/>
        </p:nvSpPr>
        <p:spPr>
          <a:xfrm>
            <a:off x="1163638" y="674525"/>
            <a:ext cx="9864725" cy="289838"/>
          </a:xfrm>
          <a:prstGeom prst="rect">
            <a:avLst/>
          </a:prstGeom>
        </p:spPr>
        <p:txBody>
          <a:bodyPr vert="horz" lIns="0" tIns="0" rIns="0" bIns="0" rtlCol="0">
            <a:noAutofit/>
          </a:bodyPr>
          <a:lstStyle>
            <a:lvl1pPr marL="0" indent="0" algn="l" defTabSz="914400" rtl="0" eaLnBrk="1" latinLnBrk="0" hangingPunct="1">
              <a:lnSpc>
                <a:spcPts val="2600"/>
              </a:lnSpc>
              <a:spcBef>
                <a:spcPts val="0"/>
              </a:spcBef>
              <a:buFont typeface="Arial"/>
              <a:buNone/>
              <a:defRPr sz="2400" b="1" kern="1200" baseline="0">
                <a:solidFill>
                  <a:srgbClr val="575756"/>
                </a:solidFill>
                <a:latin typeface="Calibri" charset="0"/>
                <a:ea typeface="Calibri" charset="0"/>
                <a:cs typeface="Calibri" charset="0"/>
              </a:defRPr>
            </a:lvl1pPr>
            <a:lvl2pPr marL="0" indent="0" algn="l" defTabSz="914400" rtl="0" eaLnBrk="1" latinLnBrk="0" hangingPunct="1">
              <a:lnSpc>
                <a:spcPts val="2000"/>
              </a:lnSpc>
              <a:spcBef>
                <a:spcPts val="0"/>
              </a:spcBef>
              <a:buFont typeface="Arial"/>
              <a:buNone/>
              <a:defRPr sz="1800" b="1" kern="1200" baseline="0">
                <a:solidFill>
                  <a:schemeClr val="tx1"/>
                </a:solidFill>
                <a:latin typeface="Calibri" charset="0"/>
                <a:ea typeface="Calibri" charset="0"/>
                <a:cs typeface="Calibri" charset="0"/>
              </a:defRPr>
            </a:lvl2pPr>
            <a:lvl3pPr marL="0" marR="0" indent="0" algn="l" defTabSz="914400" rtl="0" eaLnBrk="1" fontAlgn="auto" latinLnBrk="0" hangingPunct="1">
              <a:lnSpc>
                <a:spcPts val="2000"/>
              </a:lnSpc>
              <a:spcBef>
                <a:spcPts val="0"/>
              </a:spcBef>
              <a:spcAft>
                <a:spcPts val="0"/>
              </a:spcAft>
              <a:buClrTx/>
              <a:buSzTx/>
              <a:buFont typeface="Wingdings" charset="2"/>
              <a:buNone/>
              <a:tabLst/>
              <a:defRPr sz="1800" kern="1200" baseline="0">
                <a:solidFill>
                  <a:schemeClr val="tx1"/>
                </a:solidFill>
                <a:latin typeface="Calibri" charset="0"/>
                <a:ea typeface="Calibri" charset="0"/>
                <a:cs typeface="Calibri" charset="0"/>
              </a:defRPr>
            </a:lvl3pPr>
            <a:lvl4pPr marL="216000" marR="0" indent="-216000" algn="l" defTabSz="914400" rtl="0" eaLnBrk="1" fontAlgn="auto" latinLnBrk="0" hangingPunct="1">
              <a:lnSpc>
                <a:spcPts val="2000"/>
              </a:lnSpc>
              <a:spcBef>
                <a:spcPts val="0"/>
              </a:spcBef>
              <a:spcAft>
                <a:spcPts val="0"/>
              </a:spcAft>
              <a:buClr>
                <a:srgbClr val="A8A8A7"/>
              </a:buClr>
              <a:buSzPct val="68000"/>
              <a:buFontTx/>
              <a:buBlip>
                <a:blip r:embed="rId3"/>
              </a:buBlip>
              <a:tabLst>
                <a:tab pos="173038" algn="l"/>
              </a:tabLst>
              <a:defRPr sz="1800" kern="1200" baseline="0">
                <a:solidFill>
                  <a:schemeClr val="tx1"/>
                </a:solidFill>
                <a:latin typeface="+mn-lt"/>
                <a:ea typeface="+mn-ea"/>
                <a:cs typeface="+mn-cs"/>
              </a:defRPr>
            </a:lvl4pPr>
            <a:lvl5pPr marL="439200" indent="-216000" algn="l" defTabSz="914400" rtl="0" eaLnBrk="1" latinLnBrk="0" hangingPunct="1">
              <a:lnSpc>
                <a:spcPts val="2000"/>
              </a:lnSpc>
              <a:spcBef>
                <a:spcPts val="0"/>
              </a:spcBef>
              <a:buFont typeface="Symbol" charset="2"/>
              <a:buChar char="-"/>
              <a:tabLst/>
              <a:defRPr sz="18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de-DE" dirty="0"/>
              <a:t>Inhalt</a:t>
            </a:r>
          </a:p>
        </p:txBody>
      </p:sp>
      <p:pic>
        <p:nvPicPr>
          <p:cNvPr id="4" name="Grafik 3" descr="Ein Bild, das Grafiken, Kreis, Symbol enthält.&#10;&#10;KI-generierte Inhalte können fehlerhaft sein.">
            <a:extLst>
              <a:ext uri="{FF2B5EF4-FFF2-40B4-BE49-F238E27FC236}">
                <a16:creationId xmlns:a16="http://schemas.microsoft.com/office/drawing/2014/main" id="{41D9F11B-611F-15FC-8946-A6D4ECD05C12}"/>
              </a:ext>
            </a:extLst>
          </p:cNvPr>
          <p:cNvPicPr>
            <a:picLocks noChangeAspect="1"/>
          </p:cNvPicPr>
          <p:nvPr/>
        </p:nvPicPr>
        <p:blipFill>
          <a:blip r:embed="rId4"/>
          <a:stretch>
            <a:fillRect/>
          </a:stretch>
        </p:blipFill>
        <p:spPr>
          <a:xfrm>
            <a:off x="6299803" y="1433641"/>
            <a:ext cx="788686" cy="730265"/>
          </a:xfrm>
          <a:prstGeom prst="rect">
            <a:avLst/>
          </a:prstGeom>
        </p:spPr>
      </p:pic>
      <p:pic>
        <p:nvPicPr>
          <p:cNvPr id="9" name="Grafik 8" descr="Ein Bild, das Schrift, Grafiken, Symbol, Logo enthält.&#10;&#10;KI-generierte Inhalte können fehlerhaft sein.">
            <a:extLst>
              <a:ext uri="{FF2B5EF4-FFF2-40B4-BE49-F238E27FC236}">
                <a16:creationId xmlns:a16="http://schemas.microsoft.com/office/drawing/2014/main" id="{5E7DCDD6-BD89-94FF-19CC-798706B34096}"/>
              </a:ext>
            </a:extLst>
          </p:cNvPr>
          <p:cNvPicPr>
            <a:picLocks noChangeAspect="1"/>
          </p:cNvPicPr>
          <p:nvPr/>
        </p:nvPicPr>
        <p:blipFill>
          <a:blip r:embed="rId5"/>
          <a:stretch>
            <a:fillRect/>
          </a:stretch>
        </p:blipFill>
        <p:spPr>
          <a:xfrm>
            <a:off x="8304345" y="1433641"/>
            <a:ext cx="2724018" cy="720163"/>
          </a:xfrm>
          <a:prstGeom prst="rect">
            <a:avLst/>
          </a:prstGeom>
          <a:solidFill>
            <a:srgbClr val="15253E"/>
          </a:solidFill>
        </p:spPr>
      </p:pic>
      <p:pic>
        <p:nvPicPr>
          <p:cNvPr id="11" name="Grafik 10" descr="Ein Bild, das Autoteile, Reifen, Spielzeug, Rad enthält.&#10;&#10;KI-generierte Inhalte können fehlerhaft sein.">
            <a:extLst>
              <a:ext uri="{FF2B5EF4-FFF2-40B4-BE49-F238E27FC236}">
                <a16:creationId xmlns:a16="http://schemas.microsoft.com/office/drawing/2014/main" id="{4A0E676E-9DEB-B2FF-2306-D4595B82364D}"/>
              </a:ext>
            </a:extLst>
          </p:cNvPr>
          <p:cNvPicPr>
            <a:picLocks noChangeAspect="1"/>
          </p:cNvPicPr>
          <p:nvPr/>
        </p:nvPicPr>
        <p:blipFill>
          <a:blip r:embed="rId6"/>
          <a:stretch>
            <a:fillRect/>
          </a:stretch>
        </p:blipFill>
        <p:spPr>
          <a:xfrm>
            <a:off x="7269219" y="3087051"/>
            <a:ext cx="1821881" cy="2065656"/>
          </a:xfrm>
          <a:prstGeom prst="rect">
            <a:avLst/>
          </a:prstGeom>
        </p:spPr>
      </p:pic>
      <p:sp>
        <p:nvSpPr>
          <p:cNvPr id="12" name="Inhaltsplatzhalter 1">
            <a:extLst>
              <a:ext uri="{FF2B5EF4-FFF2-40B4-BE49-F238E27FC236}">
                <a16:creationId xmlns:a16="http://schemas.microsoft.com/office/drawing/2014/main" id="{9B4575F6-690C-6B5C-463D-489F8FA3E1EF}"/>
              </a:ext>
            </a:extLst>
          </p:cNvPr>
          <p:cNvSpPr txBox="1">
            <a:spLocks/>
          </p:cNvSpPr>
          <p:nvPr/>
        </p:nvSpPr>
        <p:spPr>
          <a:xfrm>
            <a:off x="6095999" y="5515872"/>
            <a:ext cx="4932363" cy="759198"/>
          </a:xfrm>
          <a:prstGeom prst="rect">
            <a:avLst/>
          </a:prstGeom>
        </p:spPr>
        <p:txBody>
          <a:bodyPr vert="horz" lIns="0" tIns="0" rIns="0" bIns="0" rtlCol="0">
            <a:noAutofit/>
          </a:bodyPr>
          <a:lstStyle>
            <a:lvl1pPr marL="0" indent="0" algn="l" defTabSz="914400" rtl="0" eaLnBrk="1" latinLnBrk="0" hangingPunct="1">
              <a:lnSpc>
                <a:spcPts val="2600"/>
              </a:lnSpc>
              <a:spcBef>
                <a:spcPts val="0"/>
              </a:spcBef>
              <a:buFont typeface="Arial"/>
              <a:buNone/>
              <a:defRPr sz="2400" b="1" kern="1200" baseline="0">
                <a:solidFill>
                  <a:srgbClr val="575756"/>
                </a:solidFill>
                <a:latin typeface="Calibri" charset="0"/>
                <a:ea typeface="Calibri" charset="0"/>
                <a:cs typeface="Calibri" charset="0"/>
              </a:defRPr>
            </a:lvl1pPr>
            <a:lvl2pPr marL="0" indent="0" algn="l" defTabSz="914400" rtl="0" eaLnBrk="1" latinLnBrk="0" hangingPunct="1">
              <a:lnSpc>
                <a:spcPts val="2000"/>
              </a:lnSpc>
              <a:spcBef>
                <a:spcPts val="0"/>
              </a:spcBef>
              <a:buFont typeface="Arial"/>
              <a:buNone/>
              <a:defRPr sz="1800" b="1" kern="1200" baseline="0">
                <a:solidFill>
                  <a:schemeClr val="tx1"/>
                </a:solidFill>
                <a:latin typeface="Calibri" charset="0"/>
                <a:ea typeface="Calibri" charset="0"/>
                <a:cs typeface="Calibri" charset="0"/>
              </a:defRPr>
            </a:lvl2pPr>
            <a:lvl3pPr marL="0" marR="0" indent="0" algn="l" defTabSz="914400" rtl="0" eaLnBrk="1" fontAlgn="auto" latinLnBrk="0" hangingPunct="1">
              <a:lnSpc>
                <a:spcPts val="2000"/>
              </a:lnSpc>
              <a:spcBef>
                <a:spcPts val="0"/>
              </a:spcBef>
              <a:spcAft>
                <a:spcPts val="0"/>
              </a:spcAft>
              <a:buClrTx/>
              <a:buSzTx/>
              <a:buFont typeface="Wingdings" charset="2"/>
              <a:buNone/>
              <a:tabLst/>
              <a:defRPr sz="1800" kern="1200" baseline="0">
                <a:solidFill>
                  <a:schemeClr val="tx1"/>
                </a:solidFill>
                <a:latin typeface="Calibri" charset="0"/>
                <a:ea typeface="Calibri" charset="0"/>
                <a:cs typeface="Calibri" charset="0"/>
              </a:defRPr>
            </a:lvl3pPr>
            <a:lvl4pPr marL="216000" indent="-216000" algn="l" defTabSz="914400" rtl="0" eaLnBrk="1" latinLnBrk="0" hangingPunct="1">
              <a:lnSpc>
                <a:spcPts val="2000"/>
              </a:lnSpc>
              <a:spcBef>
                <a:spcPts val="0"/>
              </a:spcBef>
              <a:buClr>
                <a:srgbClr val="A8A8A7"/>
              </a:buClr>
              <a:buSzPct val="68000"/>
              <a:buFontTx/>
              <a:buBlip>
                <a:blip r:embed="rId7"/>
              </a:buBlip>
              <a:tabLst>
                <a:tab pos="173038" algn="l"/>
              </a:tabLst>
              <a:defRPr sz="1800" kern="1200" baseline="0">
                <a:solidFill>
                  <a:schemeClr val="tx1"/>
                </a:solidFill>
                <a:latin typeface="+mn-lt"/>
                <a:ea typeface="+mn-ea"/>
                <a:cs typeface="+mn-cs"/>
              </a:defRPr>
            </a:lvl4pPr>
            <a:lvl5pPr marL="439200" indent="-216000" algn="l" defTabSz="914400" rtl="0" eaLnBrk="1" latinLnBrk="0" hangingPunct="1">
              <a:lnSpc>
                <a:spcPts val="2000"/>
              </a:lnSpc>
              <a:spcBef>
                <a:spcPts val="0"/>
              </a:spcBef>
              <a:buFont typeface="Symbol" charset="2"/>
              <a:buChar char="-"/>
              <a:tabLst/>
              <a:defRPr sz="18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lvl="2" algn="ctr">
              <a:defRPr/>
            </a:pPr>
            <a:r>
              <a:rPr lang="de-DE" sz="1200" dirty="0">
                <a:solidFill>
                  <a:schemeClr val="bg1">
                    <a:lumMod val="50000"/>
                  </a:schemeClr>
                </a:solidFill>
              </a:rPr>
              <a:t>https://docs.opencv.org/3.4/d3/dbe/tutorial_opening_closing_hats.html</a:t>
            </a:r>
          </a:p>
          <a:p>
            <a:pPr lvl="2" algn="ctr">
              <a:defRPr/>
            </a:pPr>
            <a:r>
              <a:rPr lang="de-DE" sz="1200" dirty="0">
                <a:solidFill>
                  <a:schemeClr val="bg1">
                    <a:lumMod val="50000"/>
                  </a:schemeClr>
                </a:solidFill>
              </a:rPr>
              <a:t>https://www.ros.org/</a:t>
            </a:r>
          </a:p>
          <a:p>
            <a:pPr lvl="2" algn="ctr">
              <a:defRPr/>
            </a:pPr>
            <a:r>
              <a:rPr lang="de-DE" sz="1200" dirty="0">
                <a:solidFill>
                  <a:schemeClr val="bg1">
                    <a:lumMod val="50000"/>
                  </a:schemeClr>
                </a:solidFill>
              </a:rPr>
              <a:t>https://emanual.robotis.com/docs/en/platform/turtlebot3/features/</a:t>
            </a:r>
          </a:p>
          <a:p>
            <a:pPr lvl="2" algn="ctr">
              <a:defRPr/>
            </a:pPr>
            <a:endParaRPr lang="de-DE" sz="1200" dirty="0">
              <a:solidFill>
                <a:schemeClr val="bg1">
                  <a:lumMod val="50000"/>
                </a:schemeClr>
              </a:solidFill>
            </a:endParaRPr>
          </a:p>
        </p:txBody>
      </p:sp>
      <p:graphicFrame>
        <p:nvGraphicFramePr>
          <p:cNvPr id="14" name="Diagramm 13">
            <a:extLst>
              <a:ext uri="{FF2B5EF4-FFF2-40B4-BE49-F238E27FC236}">
                <a16:creationId xmlns:a16="http://schemas.microsoft.com/office/drawing/2014/main" id="{2A7E621D-C27F-9F1E-ECE1-83DD80E849D4}"/>
              </a:ext>
            </a:extLst>
          </p:cNvPr>
          <p:cNvGraphicFramePr/>
          <p:nvPr>
            <p:extLst>
              <p:ext uri="{D42A27DB-BD31-4B8C-83A1-F6EECF244321}">
                <p14:modId xmlns:p14="http://schemas.microsoft.com/office/powerpoint/2010/main" val="479477827"/>
              </p:ext>
            </p:extLst>
          </p:nvPr>
        </p:nvGraphicFramePr>
        <p:xfrm>
          <a:off x="4783596" y="340066"/>
          <a:ext cx="6244765" cy="759814"/>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15029773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B090C-FDA6-0668-370D-61BA680247C9}"/>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 name="Inhaltsplatzhalter 1">
                <a:extLst>
                  <a:ext uri="{FF2B5EF4-FFF2-40B4-BE49-F238E27FC236}">
                    <a16:creationId xmlns:a16="http://schemas.microsoft.com/office/drawing/2014/main" id="{62D6F64F-CEAB-7608-BCBB-1B42FB8DE90A}"/>
                  </a:ext>
                </a:extLst>
              </p:cNvPr>
              <p:cNvSpPr>
                <a:spLocks noGrp="1"/>
              </p:cNvSpPr>
              <p:nvPr>
                <p:ph idx="1"/>
              </p:nvPr>
            </p:nvSpPr>
            <p:spPr>
              <a:xfrm>
                <a:off x="1163637" y="1196974"/>
                <a:ext cx="9864725" cy="4899025"/>
              </a:xfrm>
            </p:spPr>
            <p:txBody>
              <a:bodyPr/>
              <a:lstStyle/>
              <a:p>
                <a:pPr lvl="3"/>
                <a:r>
                  <a:rPr lang="de-DE" dirty="0"/>
                  <a:t>Erstellt das rektifizierte Bild</a:t>
                </a:r>
              </a:p>
              <a:p>
                <a:pPr lvl="3"/>
                <a:endParaRPr lang="de-DE" dirty="0"/>
              </a:p>
              <a:p>
                <a:pPr lvl="3"/>
                <a:r>
                  <a:rPr lang="de-DE" dirty="0"/>
                  <a:t>Abonniert das Kamerabild und entfernt Verzerrungen mit Angabe der Kameramatrix und Verzerrungskoeffizienten</a:t>
                </a:r>
              </a:p>
              <a:p>
                <a:pPr lvl="3"/>
                <a:endParaRPr lang="de-DE" dirty="0"/>
              </a:p>
              <a:p>
                <a:pPr lvl="3"/>
                <a:r>
                  <a:rPr lang="de-DE" dirty="0"/>
                  <a:t>Matrix und Koeffizienten erhält man aus der </a:t>
                </a:r>
                <a:r>
                  <a:rPr lang="de-DE" dirty="0" err="1"/>
                  <a:t>camera.yaml</a:t>
                </a:r>
                <a:r>
                  <a:rPr lang="de-DE" dirty="0"/>
                  <a:t> (cameraCalibrator.py)</a:t>
                </a:r>
              </a:p>
              <a:p>
                <a:pPr lvl="3"/>
                <a:endParaRPr lang="de-DE" dirty="0"/>
              </a:p>
              <a:p>
                <a:pPr lvl="3"/>
                <a:r>
                  <a:rPr lang="de-DE" dirty="0"/>
                  <a:t>Intrinsischen Kameraparameter:</a:t>
                </a:r>
              </a:p>
              <a:p>
                <a:pPr lvl="4"/>
                <a:endParaRPr lang="de-DE" dirty="0"/>
              </a:p>
              <a:p>
                <a:pPr lvl="4"/>
                <a:endParaRPr lang="de-DE" dirty="0"/>
              </a:p>
              <a:p>
                <a:pPr lvl="4"/>
                <a:r>
                  <a:rPr lang="de-DE" dirty="0"/>
                  <a:t>Kameramatrix: </a:t>
                </a:r>
                <a14:m>
                  <m:oMath xmlns:m="http://schemas.openxmlformats.org/officeDocument/2006/math">
                    <m:r>
                      <a:rPr lang="de-DE" b="0" i="1" smtClean="0">
                        <a:latin typeface="Cambria Math" panose="02040503050406030204" pitchFamily="18" charset="0"/>
                      </a:rPr>
                      <m:t>𝐾</m:t>
                    </m:r>
                    <m:r>
                      <a:rPr lang="de-DE" b="0" i="1" smtClean="0">
                        <a:latin typeface="Cambria Math" panose="02040503050406030204" pitchFamily="18" charset="0"/>
                      </a:rPr>
                      <m:t>=</m:t>
                    </m:r>
                    <m:d>
                      <m:dPr>
                        <m:begChr m:val="["/>
                        <m:endChr m:val="]"/>
                        <m:ctrlPr>
                          <a:rPr lang="de-DE" b="0" i="1" smtClean="0">
                            <a:latin typeface="Cambria Math" panose="02040503050406030204" pitchFamily="18" charset="0"/>
                          </a:rPr>
                        </m:ctrlPr>
                      </m:dPr>
                      <m:e>
                        <m:m>
                          <m:mPr>
                            <m:mcs>
                              <m:mc>
                                <m:mcPr>
                                  <m:count m:val="3"/>
                                  <m:mcJc m:val="center"/>
                                </m:mcPr>
                              </m:mc>
                            </m:mcs>
                            <m:ctrlPr>
                              <a:rPr lang="de-DE" b="0" i="1" smtClean="0">
                                <a:latin typeface="Cambria Math" panose="02040503050406030204" pitchFamily="18" charset="0"/>
                              </a:rPr>
                            </m:ctrlPr>
                          </m:mPr>
                          <m:mr>
                            <m:e>
                              <m:r>
                                <m:rPr>
                                  <m:brk m:alnAt="7"/>
                                </m:rPr>
                                <a:rPr lang="de-DE" i="1">
                                  <a:latin typeface="Cambria Math" panose="02040503050406030204" pitchFamily="18" charset="0"/>
                                </a:rPr>
                                <m:t>8</m:t>
                              </m:r>
                              <m:r>
                                <a:rPr lang="de-DE" i="1">
                                  <a:latin typeface="Cambria Math" panose="02040503050406030204" pitchFamily="18" charset="0"/>
                                </a:rPr>
                                <m:t>43.07</m:t>
                              </m:r>
                            </m:e>
                            <m:e>
                              <m:r>
                                <a:rPr lang="de-DE" b="0" i="1" smtClean="0">
                                  <a:latin typeface="Cambria Math" panose="02040503050406030204" pitchFamily="18" charset="0"/>
                                </a:rPr>
                                <m:t>0</m:t>
                              </m:r>
                            </m:e>
                            <m:e>
                              <m:r>
                                <a:rPr lang="de-DE" i="1">
                                  <a:latin typeface="Cambria Math" panose="02040503050406030204" pitchFamily="18" charset="0"/>
                                </a:rPr>
                                <m:t>478.3</m:t>
                              </m:r>
                              <m:r>
                                <a:rPr lang="de-DE" b="0" i="1" smtClean="0">
                                  <a:latin typeface="Cambria Math" panose="02040503050406030204" pitchFamily="18" charset="0"/>
                                </a:rPr>
                                <m:t>9</m:t>
                              </m:r>
                            </m:e>
                          </m:mr>
                          <m:mr>
                            <m:e>
                              <m:r>
                                <a:rPr lang="de-DE" b="0" i="1" smtClean="0">
                                  <a:latin typeface="Cambria Math" panose="02040503050406030204" pitchFamily="18" charset="0"/>
                                </a:rPr>
                                <m:t>0</m:t>
                              </m:r>
                            </m:e>
                            <m:e>
                              <m:r>
                                <a:rPr lang="de-DE" i="1">
                                  <a:latin typeface="Cambria Math" panose="02040503050406030204" pitchFamily="18" charset="0"/>
                                </a:rPr>
                                <m:t>844.2</m:t>
                              </m:r>
                              <m:r>
                                <a:rPr lang="de-DE" b="0" i="1" smtClean="0">
                                  <a:latin typeface="Cambria Math" panose="02040503050406030204" pitchFamily="18" charset="0"/>
                                </a:rPr>
                                <m:t>4</m:t>
                              </m:r>
                            </m:e>
                            <m:e>
                              <m:r>
                                <a:rPr lang="de-DE" i="1">
                                  <a:latin typeface="Cambria Math" panose="02040503050406030204" pitchFamily="18" charset="0"/>
                                </a:rPr>
                                <m:t>333.35</m:t>
                              </m:r>
                            </m:e>
                          </m:mr>
                          <m:mr>
                            <m:e>
                              <m:r>
                                <a:rPr lang="de-DE" b="0" i="1" smtClean="0">
                                  <a:latin typeface="Cambria Math" panose="02040503050406030204" pitchFamily="18" charset="0"/>
                                </a:rPr>
                                <m:t>0</m:t>
                              </m:r>
                            </m:e>
                            <m:e>
                              <m:r>
                                <a:rPr lang="de-DE" b="0" i="1" smtClean="0">
                                  <a:latin typeface="Cambria Math" panose="02040503050406030204" pitchFamily="18" charset="0"/>
                                </a:rPr>
                                <m:t>0</m:t>
                              </m:r>
                            </m:e>
                            <m:e>
                              <m:r>
                                <a:rPr lang="de-DE" b="0" i="1" smtClean="0">
                                  <a:latin typeface="Cambria Math" panose="02040503050406030204" pitchFamily="18" charset="0"/>
                                </a:rPr>
                                <m:t>1</m:t>
                              </m:r>
                            </m:e>
                          </m:mr>
                        </m:m>
                      </m:e>
                    </m:d>
                  </m:oMath>
                </a14:m>
                <a:endParaRPr lang="de-DE" dirty="0"/>
              </a:p>
              <a:p>
                <a:pPr lvl="3"/>
                <a:endParaRPr lang="de-DE" dirty="0"/>
              </a:p>
              <a:p>
                <a:pPr lvl="4"/>
                <a:r>
                  <a:rPr lang="de-DE" dirty="0"/>
                  <a:t>Verzerrungskoeffizienten:  </a:t>
                </a:r>
                <a14:m>
                  <m:oMath xmlns:m="http://schemas.openxmlformats.org/officeDocument/2006/math">
                    <m:sSup>
                      <m:sSupPr>
                        <m:ctrlPr>
                          <a:rPr lang="de-DE" i="1" smtClean="0">
                            <a:latin typeface="Cambria Math" panose="02040503050406030204" pitchFamily="18" charset="0"/>
                          </a:rPr>
                        </m:ctrlPr>
                      </m:sSupPr>
                      <m:e>
                        <m:r>
                          <a:rPr lang="de-DE" b="0" i="1" smtClean="0">
                            <a:latin typeface="Cambria Math" panose="02040503050406030204" pitchFamily="18" charset="0"/>
                          </a:rPr>
                          <m:t>𝐷</m:t>
                        </m:r>
                        <m:r>
                          <a:rPr lang="de-DE" b="0" i="1" smtClean="0">
                            <a:latin typeface="Cambria Math" panose="02040503050406030204" pitchFamily="18" charset="0"/>
                          </a:rPr>
                          <m:t>= </m:t>
                        </m:r>
                        <m:d>
                          <m:dPr>
                            <m:begChr m:val="["/>
                            <m:endChr m:val="]"/>
                            <m:ctrlPr>
                              <a:rPr lang="de-DE" i="1">
                                <a:latin typeface="Cambria Math" panose="02040503050406030204" pitchFamily="18" charset="0"/>
                              </a:rPr>
                            </m:ctrlPr>
                          </m:dPr>
                          <m:e>
                            <m:m>
                              <m:mPr>
                                <m:mcs>
                                  <m:mc>
                                    <m:mcPr>
                                      <m:count m:val="5"/>
                                      <m:mcJc m:val="center"/>
                                    </m:mcPr>
                                  </m:mc>
                                </m:mcs>
                                <m:ctrlPr>
                                  <a:rPr lang="de-DE" i="1">
                                    <a:latin typeface="Cambria Math" panose="02040503050406030204" pitchFamily="18" charset="0"/>
                                  </a:rPr>
                                </m:ctrlPr>
                              </m:mPr>
                              <m:mr>
                                <m:e>
                                  <m:r>
                                    <m:rPr>
                                      <m:brk m:alnAt="7"/>
                                    </m:rPr>
                                    <a:rPr lang="de-DE" i="1">
                                      <a:latin typeface="Cambria Math" panose="02040503050406030204" pitchFamily="18" charset="0"/>
                                    </a:rPr>
                                    <m:t>0</m:t>
                                  </m:r>
                                  <m:r>
                                    <a:rPr lang="de-DE" i="1">
                                      <a:latin typeface="Cambria Math" panose="02040503050406030204" pitchFamily="18" charset="0"/>
                                    </a:rPr>
                                    <m:t>.096</m:t>
                                  </m:r>
                                </m:e>
                                <m:e>
                                  <m:r>
                                    <a:rPr lang="de-DE" i="1">
                                      <a:latin typeface="Cambria Math" panose="02040503050406030204" pitchFamily="18" charset="0"/>
                                    </a:rPr>
                                    <m:t>−0.095</m:t>
                                  </m:r>
                                </m:e>
                                <m:e>
                                  <m:r>
                                    <a:rPr lang="de-DE" i="1">
                                      <a:latin typeface="Cambria Math" panose="02040503050406030204" pitchFamily="18" charset="0"/>
                                    </a:rPr>
                                    <m:t>−0.001</m:t>
                                  </m:r>
                                </m:e>
                                <m:e>
                                  <m:r>
                                    <a:rPr lang="de-DE" i="1">
                                      <a:latin typeface="Cambria Math" panose="02040503050406030204" pitchFamily="18" charset="0"/>
                                    </a:rPr>
                                    <m:t>−0.001</m:t>
                                  </m:r>
                                </m:e>
                                <m:e>
                                  <m:r>
                                    <a:rPr lang="de-DE" i="1">
                                      <a:latin typeface="Cambria Math" panose="02040503050406030204" pitchFamily="18" charset="0"/>
                                    </a:rPr>
                                    <m:t>0</m:t>
                                  </m:r>
                                </m:e>
                              </m:mr>
                            </m:m>
                          </m:e>
                        </m:d>
                      </m:e>
                      <m:sup>
                        <m:r>
                          <a:rPr lang="de-DE" b="0" i="1" smtClean="0">
                            <a:latin typeface="Cambria Math" panose="02040503050406030204" pitchFamily="18" charset="0"/>
                          </a:rPr>
                          <m:t>𝑇</m:t>
                        </m:r>
                      </m:sup>
                    </m:sSup>
                  </m:oMath>
                </a14:m>
                <a:endParaRPr lang="de-DE" dirty="0"/>
              </a:p>
              <a:p>
                <a:pPr lvl="3"/>
                <a:endParaRPr lang="de-DE" dirty="0"/>
              </a:p>
              <a:p>
                <a:pPr lvl="3"/>
                <a:r>
                  <a:rPr lang="de-DE" dirty="0"/>
                  <a:t>Extrinsischen Kameraparameter</a:t>
                </a:r>
              </a:p>
              <a:p>
                <a:pPr lvl="4"/>
                <a:endParaRPr lang="de-DE" dirty="0"/>
              </a:p>
              <a:p>
                <a:pPr lvl="4"/>
                <a:endParaRPr lang="de-DE" dirty="0"/>
              </a:p>
              <a:p>
                <a:pPr lvl="4"/>
                <a:r>
                  <a:rPr lang="de-DE" dirty="0"/>
                  <a:t>Transformationsmatrix: </a:t>
                </a:r>
                <a14:m>
                  <m:oMath xmlns:m="http://schemas.openxmlformats.org/officeDocument/2006/math">
                    <m:r>
                      <a:rPr lang="de-DE" b="0" i="1" smtClean="0">
                        <a:latin typeface="Cambria Math" panose="02040503050406030204" pitchFamily="18" charset="0"/>
                      </a:rPr>
                      <m:t>𝑇</m:t>
                    </m:r>
                    <m:r>
                      <a:rPr lang="de-DE" b="0" i="1" smtClean="0">
                        <a:latin typeface="Cambria Math" panose="02040503050406030204" pitchFamily="18" charset="0"/>
                      </a:rPr>
                      <m:t>= </m:t>
                    </m:r>
                    <m:d>
                      <m:dPr>
                        <m:begChr m:val="["/>
                        <m:endChr m:val="]"/>
                        <m:ctrlPr>
                          <a:rPr lang="de-DE" b="0" i="1" smtClean="0">
                            <a:latin typeface="Cambria Math" panose="02040503050406030204" pitchFamily="18" charset="0"/>
                          </a:rPr>
                        </m:ctrlPr>
                      </m:dPr>
                      <m:e>
                        <m:m>
                          <m:mPr>
                            <m:mcs>
                              <m:mc>
                                <m:mcPr>
                                  <m:count m:val="3"/>
                                  <m:mcJc m:val="center"/>
                                </m:mcPr>
                              </m:mc>
                            </m:mcs>
                            <m:ctrlPr>
                              <a:rPr lang="de-DE" b="0" i="1" smtClean="0">
                                <a:latin typeface="Cambria Math" panose="02040503050406030204" pitchFamily="18" charset="0"/>
                              </a:rPr>
                            </m:ctrlPr>
                          </m:mPr>
                          <m:mr>
                            <m:e>
                              <m:r>
                                <m:rPr>
                                  <m:brk m:alnAt="7"/>
                                </m:rPr>
                                <a:rPr lang="de-DE" b="0" i="1" smtClean="0">
                                  <a:latin typeface="Cambria Math" panose="02040503050406030204" pitchFamily="18" charset="0"/>
                                </a:rPr>
                                <m:t>1</m:t>
                              </m:r>
                            </m:e>
                            <m:e>
                              <m:r>
                                <a:rPr lang="de-DE" b="0" i="1" smtClean="0">
                                  <a:latin typeface="Cambria Math" panose="02040503050406030204" pitchFamily="18" charset="0"/>
                                </a:rPr>
                                <m:t>0</m:t>
                              </m:r>
                            </m:e>
                            <m:e>
                              <m:r>
                                <a:rPr lang="de-DE" b="0" i="1" smtClean="0">
                                  <a:latin typeface="Cambria Math" panose="02040503050406030204" pitchFamily="18" charset="0"/>
                                </a:rPr>
                                <m:t>0</m:t>
                              </m:r>
                            </m:e>
                          </m:mr>
                          <m:mr>
                            <m:e>
                              <m:r>
                                <a:rPr lang="de-DE" b="0" i="1" smtClean="0">
                                  <a:latin typeface="Cambria Math" panose="02040503050406030204" pitchFamily="18" charset="0"/>
                                </a:rPr>
                                <m:t>0</m:t>
                              </m:r>
                            </m:e>
                            <m:e>
                              <m:r>
                                <a:rPr lang="de-DE" b="0" i="1" smtClean="0">
                                  <a:latin typeface="Cambria Math" panose="02040503050406030204" pitchFamily="18" charset="0"/>
                                </a:rPr>
                                <m:t>1</m:t>
                              </m:r>
                            </m:e>
                            <m:e>
                              <m:r>
                                <a:rPr lang="de-DE" b="0" i="1" smtClean="0">
                                  <a:latin typeface="Cambria Math" panose="02040503050406030204" pitchFamily="18" charset="0"/>
                                </a:rPr>
                                <m:t>0</m:t>
                              </m:r>
                            </m:e>
                          </m:mr>
                          <m:mr>
                            <m:e>
                              <m:r>
                                <a:rPr lang="de-DE" b="0" i="1" smtClean="0">
                                  <a:latin typeface="Cambria Math" panose="02040503050406030204" pitchFamily="18" charset="0"/>
                                </a:rPr>
                                <m:t>0</m:t>
                              </m:r>
                            </m:e>
                            <m:e>
                              <m:r>
                                <a:rPr lang="de-DE" b="0" i="1" smtClean="0">
                                  <a:latin typeface="Cambria Math" panose="02040503050406030204" pitchFamily="18" charset="0"/>
                                </a:rPr>
                                <m:t>0</m:t>
                              </m:r>
                            </m:e>
                            <m:e>
                              <m:r>
                                <a:rPr lang="de-DE" b="0" i="1" smtClean="0">
                                  <a:latin typeface="Cambria Math" panose="02040503050406030204" pitchFamily="18" charset="0"/>
                                </a:rPr>
                                <m:t>1</m:t>
                              </m:r>
                            </m:e>
                          </m:mr>
                        </m:m>
                      </m:e>
                    </m:d>
                  </m:oMath>
                </a14:m>
                <a:endParaRPr lang="de-DE" dirty="0"/>
              </a:p>
            </p:txBody>
          </p:sp>
        </mc:Choice>
        <mc:Fallback>
          <p:sp>
            <p:nvSpPr>
              <p:cNvPr id="8" name="Inhaltsplatzhalter 1">
                <a:extLst>
                  <a:ext uri="{FF2B5EF4-FFF2-40B4-BE49-F238E27FC236}">
                    <a16:creationId xmlns:a16="http://schemas.microsoft.com/office/drawing/2014/main" id="{62D6F64F-CEAB-7608-BCBB-1B42FB8DE90A}"/>
                  </a:ext>
                </a:extLst>
              </p:cNvPr>
              <p:cNvSpPr>
                <a:spLocks noGrp="1" noRot="1" noChangeAspect="1" noMove="1" noResize="1" noEditPoints="1" noAdjustHandles="1" noChangeArrowheads="1" noChangeShapeType="1" noTextEdit="1"/>
              </p:cNvSpPr>
              <p:nvPr>
                <p:ph idx="1"/>
              </p:nvPr>
            </p:nvSpPr>
            <p:spPr>
              <a:xfrm>
                <a:off x="1163637" y="1196974"/>
                <a:ext cx="9864725" cy="4899025"/>
              </a:xfrm>
              <a:blipFill>
                <a:blip r:embed="rId3"/>
                <a:stretch>
                  <a:fillRect l="-62" t="-1990"/>
                </a:stretch>
              </a:blipFill>
            </p:spPr>
            <p:txBody>
              <a:bodyPr/>
              <a:lstStyle/>
              <a:p>
                <a:r>
                  <a:rPr lang="de-DE">
                    <a:noFill/>
                  </a:rPr>
                  <a:t> </a:t>
                </a:r>
              </a:p>
            </p:txBody>
          </p:sp>
        </mc:Fallback>
      </mc:AlternateContent>
      <p:sp>
        <p:nvSpPr>
          <p:cNvPr id="2" name="Inhaltsplatzhalter 1">
            <a:extLst>
              <a:ext uri="{FF2B5EF4-FFF2-40B4-BE49-F238E27FC236}">
                <a16:creationId xmlns:a16="http://schemas.microsoft.com/office/drawing/2014/main" id="{E8E44AF3-D98A-1025-4D79-8100EA485CC9}"/>
              </a:ext>
            </a:extLst>
          </p:cNvPr>
          <p:cNvSpPr txBox="1">
            <a:spLocks/>
          </p:cNvSpPr>
          <p:nvPr/>
        </p:nvSpPr>
        <p:spPr>
          <a:xfrm>
            <a:off x="1163638" y="674525"/>
            <a:ext cx="9864725" cy="289838"/>
          </a:xfrm>
          <a:prstGeom prst="rect">
            <a:avLst/>
          </a:prstGeom>
        </p:spPr>
        <p:txBody>
          <a:bodyPr vert="horz" lIns="0" tIns="0" rIns="0" bIns="0" rtlCol="0">
            <a:noAutofit/>
          </a:bodyPr>
          <a:lstStyle>
            <a:lvl1pPr marL="0" indent="0" algn="l" defTabSz="914400" rtl="0" eaLnBrk="1" latinLnBrk="0" hangingPunct="1">
              <a:lnSpc>
                <a:spcPts val="2600"/>
              </a:lnSpc>
              <a:spcBef>
                <a:spcPts val="0"/>
              </a:spcBef>
              <a:buFont typeface="Arial"/>
              <a:buNone/>
              <a:defRPr sz="2400" b="1" kern="1200" baseline="0">
                <a:solidFill>
                  <a:srgbClr val="575756"/>
                </a:solidFill>
                <a:latin typeface="Calibri" charset="0"/>
                <a:ea typeface="Calibri" charset="0"/>
                <a:cs typeface="Calibri" charset="0"/>
              </a:defRPr>
            </a:lvl1pPr>
            <a:lvl2pPr marL="0" indent="0" algn="l" defTabSz="914400" rtl="0" eaLnBrk="1" latinLnBrk="0" hangingPunct="1">
              <a:lnSpc>
                <a:spcPts val="2000"/>
              </a:lnSpc>
              <a:spcBef>
                <a:spcPts val="0"/>
              </a:spcBef>
              <a:buFont typeface="Arial"/>
              <a:buNone/>
              <a:defRPr sz="1800" b="1" kern="1200" baseline="0">
                <a:solidFill>
                  <a:schemeClr val="tx1"/>
                </a:solidFill>
                <a:latin typeface="Calibri" charset="0"/>
                <a:ea typeface="Calibri" charset="0"/>
                <a:cs typeface="Calibri" charset="0"/>
              </a:defRPr>
            </a:lvl2pPr>
            <a:lvl3pPr marL="0" marR="0" indent="0" algn="l" defTabSz="914400" rtl="0" eaLnBrk="1" fontAlgn="auto" latinLnBrk="0" hangingPunct="1">
              <a:lnSpc>
                <a:spcPts val="2000"/>
              </a:lnSpc>
              <a:spcBef>
                <a:spcPts val="0"/>
              </a:spcBef>
              <a:spcAft>
                <a:spcPts val="0"/>
              </a:spcAft>
              <a:buClrTx/>
              <a:buSzTx/>
              <a:buFont typeface="Wingdings" charset="2"/>
              <a:buNone/>
              <a:tabLst/>
              <a:defRPr sz="1800" kern="1200" baseline="0">
                <a:solidFill>
                  <a:schemeClr val="tx1"/>
                </a:solidFill>
                <a:latin typeface="Calibri" charset="0"/>
                <a:ea typeface="Calibri" charset="0"/>
                <a:cs typeface="Calibri" charset="0"/>
              </a:defRPr>
            </a:lvl3pPr>
            <a:lvl4pPr marL="216000" marR="0" indent="-216000" algn="l" defTabSz="914400" rtl="0" eaLnBrk="1" fontAlgn="auto" latinLnBrk="0" hangingPunct="1">
              <a:lnSpc>
                <a:spcPts val="2000"/>
              </a:lnSpc>
              <a:spcBef>
                <a:spcPts val="0"/>
              </a:spcBef>
              <a:spcAft>
                <a:spcPts val="0"/>
              </a:spcAft>
              <a:buClr>
                <a:srgbClr val="A8A8A7"/>
              </a:buClr>
              <a:buSzPct val="68000"/>
              <a:buFontTx/>
              <a:buBlip>
                <a:blip r:embed="rId4"/>
              </a:buBlip>
              <a:tabLst>
                <a:tab pos="173038" algn="l"/>
              </a:tabLst>
              <a:defRPr sz="1800" kern="1200" baseline="0">
                <a:solidFill>
                  <a:schemeClr val="tx1"/>
                </a:solidFill>
                <a:latin typeface="+mn-lt"/>
                <a:ea typeface="+mn-ea"/>
                <a:cs typeface="+mn-cs"/>
              </a:defRPr>
            </a:lvl4pPr>
            <a:lvl5pPr marL="439200" indent="-216000" algn="l" defTabSz="914400" rtl="0" eaLnBrk="1" latinLnBrk="0" hangingPunct="1">
              <a:lnSpc>
                <a:spcPts val="2000"/>
              </a:lnSpc>
              <a:spcBef>
                <a:spcPts val="0"/>
              </a:spcBef>
              <a:buFont typeface="Symbol" charset="2"/>
              <a:buChar char="-"/>
              <a:tabLst/>
              <a:defRPr sz="18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de-DE" dirty="0" err="1"/>
              <a:t>Rectified_Image_Node</a:t>
            </a:r>
            <a:endParaRPr lang="de-DE" dirty="0"/>
          </a:p>
        </p:txBody>
      </p:sp>
      <p:graphicFrame>
        <p:nvGraphicFramePr>
          <p:cNvPr id="3" name="Diagramm 2">
            <a:extLst>
              <a:ext uri="{FF2B5EF4-FFF2-40B4-BE49-F238E27FC236}">
                <a16:creationId xmlns:a16="http://schemas.microsoft.com/office/drawing/2014/main" id="{37B929A4-8485-9823-7F24-63FC3E5B0BD1}"/>
              </a:ext>
            </a:extLst>
          </p:cNvPr>
          <p:cNvGraphicFramePr/>
          <p:nvPr>
            <p:extLst>
              <p:ext uri="{D42A27DB-BD31-4B8C-83A1-F6EECF244321}">
                <p14:modId xmlns:p14="http://schemas.microsoft.com/office/powerpoint/2010/main" val="2521931642"/>
              </p:ext>
            </p:extLst>
          </p:nvPr>
        </p:nvGraphicFramePr>
        <p:xfrm>
          <a:off x="4783596" y="340066"/>
          <a:ext cx="6244765" cy="759814"/>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14643037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C62F76-E25F-427B-64A4-434827E374DC}"/>
            </a:ext>
          </a:extLst>
        </p:cNvPr>
        <p:cNvGrpSpPr/>
        <p:nvPr/>
      </p:nvGrpSpPr>
      <p:grpSpPr>
        <a:xfrm>
          <a:off x="0" y="0"/>
          <a:ext cx="0" cy="0"/>
          <a:chOff x="0" y="0"/>
          <a:chExt cx="0" cy="0"/>
        </a:xfrm>
      </p:grpSpPr>
      <p:sp>
        <p:nvSpPr>
          <p:cNvPr id="8" name="Inhaltsplatzhalter 1">
            <a:extLst>
              <a:ext uri="{FF2B5EF4-FFF2-40B4-BE49-F238E27FC236}">
                <a16:creationId xmlns:a16="http://schemas.microsoft.com/office/drawing/2014/main" id="{268A47A7-AD16-4312-8570-2D618C839F2F}"/>
              </a:ext>
            </a:extLst>
          </p:cNvPr>
          <p:cNvSpPr>
            <a:spLocks noGrp="1"/>
          </p:cNvSpPr>
          <p:nvPr>
            <p:ph idx="1"/>
          </p:nvPr>
        </p:nvSpPr>
        <p:spPr>
          <a:xfrm>
            <a:off x="1163637" y="1196975"/>
            <a:ext cx="9864725" cy="1819180"/>
          </a:xfrm>
        </p:spPr>
        <p:txBody>
          <a:bodyPr/>
          <a:lstStyle/>
          <a:p>
            <a:pPr lvl="3"/>
            <a:r>
              <a:rPr lang="de-DE" dirty="0"/>
              <a:t>Berechnung der Mapping-Tabellen für die Entzerrung -&gt; </a:t>
            </a:r>
            <a:r>
              <a:rPr lang="de-DE" i="1" dirty="0" err="1"/>
              <a:t>initUndistortRectifyMap</a:t>
            </a:r>
            <a:r>
              <a:rPr lang="de-DE" i="1" dirty="0"/>
              <a:t>()</a:t>
            </a:r>
          </a:p>
          <a:p>
            <a:pPr lvl="3"/>
            <a:endParaRPr lang="de-DE" dirty="0"/>
          </a:p>
          <a:p>
            <a:pPr lvl="3"/>
            <a:r>
              <a:rPr lang="de-DE" dirty="0"/>
              <a:t>Verwendung einer Funktion zur Entzerrung -&gt; </a:t>
            </a:r>
            <a:r>
              <a:rPr lang="de-DE" i="1" dirty="0" err="1"/>
              <a:t>remap</a:t>
            </a:r>
            <a:r>
              <a:rPr lang="de-DE" i="1" dirty="0"/>
              <a:t>()</a:t>
            </a:r>
          </a:p>
          <a:p>
            <a:pPr lvl="3"/>
            <a:endParaRPr lang="de-DE" dirty="0"/>
          </a:p>
          <a:p>
            <a:pPr lvl="3"/>
            <a:r>
              <a:rPr lang="de-DE" dirty="0"/>
              <a:t>Veröffentlichung des entzerrten Bildes für weitere Verarbeitungsschritte</a:t>
            </a:r>
          </a:p>
        </p:txBody>
      </p:sp>
      <p:pic>
        <p:nvPicPr>
          <p:cNvPr id="9" name="Bild 8">
            <a:extLst>
              <a:ext uri="{FF2B5EF4-FFF2-40B4-BE49-F238E27FC236}">
                <a16:creationId xmlns:a16="http://schemas.microsoft.com/office/drawing/2014/main" id="{FA46675F-5DD2-A060-0859-8AB08000DFE4}"/>
              </a:ext>
            </a:extLst>
          </p:cNvPr>
          <p:cNvPicPr>
            <a:picLocks noChangeAspect="1"/>
          </p:cNvPicPr>
          <p:nvPr/>
        </p:nvPicPr>
        <p:blipFill>
          <a:blip r:embed="rId3"/>
          <a:srcRect/>
          <a:stretch/>
        </p:blipFill>
        <p:spPr>
          <a:xfrm>
            <a:off x="1821032" y="3188038"/>
            <a:ext cx="3519339" cy="2620606"/>
          </a:xfrm>
          <a:prstGeom prst="rect">
            <a:avLst/>
          </a:prstGeom>
        </p:spPr>
      </p:pic>
      <p:pic>
        <p:nvPicPr>
          <p:cNvPr id="10" name="Bild 9">
            <a:extLst>
              <a:ext uri="{FF2B5EF4-FFF2-40B4-BE49-F238E27FC236}">
                <a16:creationId xmlns:a16="http://schemas.microsoft.com/office/drawing/2014/main" id="{04E4F9C9-7C56-29E7-B478-0BB1174776EB}"/>
              </a:ext>
            </a:extLst>
          </p:cNvPr>
          <p:cNvPicPr>
            <a:picLocks noChangeAspect="1"/>
          </p:cNvPicPr>
          <p:nvPr/>
        </p:nvPicPr>
        <p:blipFill>
          <a:blip r:embed="rId4"/>
          <a:srcRect/>
          <a:stretch/>
        </p:blipFill>
        <p:spPr>
          <a:xfrm>
            <a:off x="6802673" y="3188038"/>
            <a:ext cx="3617250" cy="2620606"/>
          </a:xfrm>
          <a:prstGeom prst="rect">
            <a:avLst/>
          </a:prstGeom>
        </p:spPr>
      </p:pic>
      <p:sp>
        <p:nvSpPr>
          <p:cNvPr id="11" name="Inhaltsplatzhalter 1">
            <a:extLst>
              <a:ext uri="{FF2B5EF4-FFF2-40B4-BE49-F238E27FC236}">
                <a16:creationId xmlns:a16="http://schemas.microsoft.com/office/drawing/2014/main" id="{3342D17C-7BE5-FB0E-3126-C22B5CA15C5B}"/>
              </a:ext>
            </a:extLst>
          </p:cNvPr>
          <p:cNvSpPr txBox="1">
            <a:spLocks/>
          </p:cNvSpPr>
          <p:nvPr/>
        </p:nvSpPr>
        <p:spPr>
          <a:xfrm>
            <a:off x="1821032" y="5934456"/>
            <a:ext cx="4846828" cy="194882"/>
          </a:xfrm>
          <a:prstGeom prst="rect">
            <a:avLst/>
          </a:prstGeom>
        </p:spPr>
        <p:txBody>
          <a:bodyPr vert="horz" lIns="0" tIns="0" rIns="0" bIns="0" rtlCol="0">
            <a:noAutofit/>
          </a:bodyPr>
          <a:lstStyle>
            <a:lvl1pPr marL="0" indent="0" algn="l" defTabSz="914400" rtl="0" eaLnBrk="1" latinLnBrk="0" hangingPunct="1">
              <a:lnSpc>
                <a:spcPts val="2600"/>
              </a:lnSpc>
              <a:spcBef>
                <a:spcPts val="0"/>
              </a:spcBef>
              <a:buFont typeface="Arial"/>
              <a:buNone/>
              <a:defRPr sz="2400" b="1" kern="1200" baseline="0">
                <a:solidFill>
                  <a:srgbClr val="575756"/>
                </a:solidFill>
                <a:latin typeface="Calibri" charset="0"/>
                <a:ea typeface="Calibri" charset="0"/>
                <a:cs typeface="Calibri" charset="0"/>
              </a:defRPr>
            </a:lvl1pPr>
            <a:lvl2pPr marL="0" indent="0" algn="l" defTabSz="914400" rtl="0" eaLnBrk="1" latinLnBrk="0" hangingPunct="1">
              <a:lnSpc>
                <a:spcPts val="2000"/>
              </a:lnSpc>
              <a:spcBef>
                <a:spcPts val="0"/>
              </a:spcBef>
              <a:buFont typeface="Arial"/>
              <a:buNone/>
              <a:defRPr sz="1800" b="1" kern="1200" baseline="0">
                <a:solidFill>
                  <a:schemeClr val="tx1"/>
                </a:solidFill>
                <a:latin typeface="Calibri" charset="0"/>
                <a:ea typeface="Calibri" charset="0"/>
                <a:cs typeface="Calibri" charset="0"/>
              </a:defRPr>
            </a:lvl2pPr>
            <a:lvl3pPr marL="0" marR="0" indent="0" algn="l" defTabSz="914400" rtl="0" eaLnBrk="1" fontAlgn="auto" latinLnBrk="0" hangingPunct="1">
              <a:lnSpc>
                <a:spcPts val="2000"/>
              </a:lnSpc>
              <a:spcBef>
                <a:spcPts val="0"/>
              </a:spcBef>
              <a:spcAft>
                <a:spcPts val="0"/>
              </a:spcAft>
              <a:buClrTx/>
              <a:buSzTx/>
              <a:buFont typeface="Wingdings" charset="2"/>
              <a:buNone/>
              <a:tabLst/>
              <a:defRPr sz="1800" kern="1200" baseline="0">
                <a:solidFill>
                  <a:schemeClr val="tx1"/>
                </a:solidFill>
                <a:latin typeface="Calibri" charset="0"/>
                <a:ea typeface="Calibri" charset="0"/>
                <a:cs typeface="Calibri" charset="0"/>
              </a:defRPr>
            </a:lvl3pPr>
            <a:lvl4pPr marL="216000" indent="-216000" algn="l" defTabSz="914400" rtl="0" eaLnBrk="1" latinLnBrk="0" hangingPunct="1">
              <a:lnSpc>
                <a:spcPts val="2000"/>
              </a:lnSpc>
              <a:spcBef>
                <a:spcPts val="0"/>
              </a:spcBef>
              <a:buClr>
                <a:srgbClr val="A8A8A7"/>
              </a:buClr>
              <a:buSzPct val="68000"/>
              <a:buFontTx/>
              <a:buBlip>
                <a:blip r:embed="rId5"/>
              </a:buBlip>
              <a:tabLst>
                <a:tab pos="173038" algn="l"/>
              </a:tabLst>
              <a:defRPr sz="1800" kern="1200" baseline="0">
                <a:solidFill>
                  <a:schemeClr val="tx1"/>
                </a:solidFill>
                <a:latin typeface="+mn-lt"/>
                <a:ea typeface="+mn-ea"/>
                <a:cs typeface="+mn-cs"/>
              </a:defRPr>
            </a:lvl4pPr>
            <a:lvl5pPr marL="439200" indent="-216000" algn="l" defTabSz="914400" rtl="0" eaLnBrk="1" latinLnBrk="0" hangingPunct="1">
              <a:lnSpc>
                <a:spcPts val="2000"/>
              </a:lnSpc>
              <a:spcBef>
                <a:spcPts val="0"/>
              </a:spcBef>
              <a:buFont typeface="Symbol" charset="2"/>
              <a:buChar char="-"/>
              <a:tabLst/>
              <a:defRPr sz="18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lvl="2">
              <a:defRPr/>
            </a:pPr>
            <a:r>
              <a:rPr lang="de-DE" dirty="0"/>
              <a:t>Schachbrettmuster vor der Entzerrung</a:t>
            </a:r>
          </a:p>
        </p:txBody>
      </p:sp>
      <p:sp>
        <p:nvSpPr>
          <p:cNvPr id="12" name="Inhaltsplatzhalter 1">
            <a:extLst>
              <a:ext uri="{FF2B5EF4-FFF2-40B4-BE49-F238E27FC236}">
                <a16:creationId xmlns:a16="http://schemas.microsoft.com/office/drawing/2014/main" id="{36BEA45E-6059-79B1-057C-45D2DEA92DA8}"/>
              </a:ext>
            </a:extLst>
          </p:cNvPr>
          <p:cNvSpPr txBox="1">
            <a:spLocks/>
          </p:cNvSpPr>
          <p:nvPr/>
        </p:nvSpPr>
        <p:spPr>
          <a:xfrm>
            <a:off x="6802673" y="5934456"/>
            <a:ext cx="4846828" cy="194882"/>
          </a:xfrm>
          <a:prstGeom prst="rect">
            <a:avLst/>
          </a:prstGeom>
        </p:spPr>
        <p:txBody>
          <a:bodyPr vert="horz" lIns="0" tIns="0" rIns="0" bIns="0" rtlCol="0">
            <a:noAutofit/>
          </a:bodyPr>
          <a:lstStyle>
            <a:lvl1pPr marL="0" indent="0" algn="l" defTabSz="914400" rtl="0" eaLnBrk="1" latinLnBrk="0" hangingPunct="1">
              <a:lnSpc>
                <a:spcPts val="2600"/>
              </a:lnSpc>
              <a:spcBef>
                <a:spcPts val="0"/>
              </a:spcBef>
              <a:buFont typeface="Arial"/>
              <a:buNone/>
              <a:defRPr sz="2400" b="1" kern="1200" baseline="0">
                <a:solidFill>
                  <a:srgbClr val="575756"/>
                </a:solidFill>
                <a:latin typeface="Calibri" charset="0"/>
                <a:ea typeface="Calibri" charset="0"/>
                <a:cs typeface="Calibri" charset="0"/>
              </a:defRPr>
            </a:lvl1pPr>
            <a:lvl2pPr marL="0" indent="0" algn="l" defTabSz="914400" rtl="0" eaLnBrk="1" latinLnBrk="0" hangingPunct="1">
              <a:lnSpc>
                <a:spcPts val="2000"/>
              </a:lnSpc>
              <a:spcBef>
                <a:spcPts val="0"/>
              </a:spcBef>
              <a:buFont typeface="Arial"/>
              <a:buNone/>
              <a:defRPr sz="1800" b="1" kern="1200" baseline="0">
                <a:solidFill>
                  <a:schemeClr val="tx1"/>
                </a:solidFill>
                <a:latin typeface="Calibri" charset="0"/>
                <a:ea typeface="Calibri" charset="0"/>
                <a:cs typeface="Calibri" charset="0"/>
              </a:defRPr>
            </a:lvl2pPr>
            <a:lvl3pPr marL="0" marR="0" indent="0" algn="l" defTabSz="914400" rtl="0" eaLnBrk="1" fontAlgn="auto" latinLnBrk="0" hangingPunct="1">
              <a:lnSpc>
                <a:spcPts val="2000"/>
              </a:lnSpc>
              <a:spcBef>
                <a:spcPts val="0"/>
              </a:spcBef>
              <a:spcAft>
                <a:spcPts val="0"/>
              </a:spcAft>
              <a:buClrTx/>
              <a:buSzTx/>
              <a:buFont typeface="Wingdings" charset="2"/>
              <a:buNone/>
              <a:tabLst/>
              <a:defRPr sz="1800" kern="1200" baseline="0">
                <a:solidFill>
                  <a:schemeClr val="tx1"/>
                </a:solidFill>
                <a:latin typeface="Calibri" charset="0"/>
                <a:ea typeface="Calibri" charset="0"/>
                <a:cs typeface="Calibri" charset="0"/>
              </a:defRPr>
            </a:lvl3pPr>
            <a:lvl4pPr marL="216000" indent="-216000" algn="l" defTabSz="914400" rtl="0" eaLnBrk="1" latinLnBrk="0" hangingPunct="1">
              <a:lnSpc>
                <a:spcPts val="2000"/>
              </a:lnSpc>
              <a:spcBef>
                <a:spcPts val="0"/>
              </a:spcBef>
              <a:buClr>
                <a:srgbClr val="A8A8A7"/>
              </a:buClr>
              <a:buSzPct val="68000"/>
              <a:buFontTx/>
              <a:buBlip>
                <a:blip r:embed="rId5"/>
              </a:buBlip>
              <a:tabLst>
                <a:tab pos="173038" algn="l"/>
              </a:tabLst>
              <a:defRPr sz="1800" kern="1200" baseline="0">
                <a:solidFill>
                  <a:schemeClr val="tx1"/>
                </a:solidFill>
                <a:latin typeface="+mn-lt"/>
                <a:ea typeface="+mn-ea"/>
                <a:cs typeface="+mn-cs"/>
              </a:defRPr>
            </a:lvl4pPr>
            <a:lvl5pPr marL="439200" indent="-216000" algn="l" defTabSz="914400" rtl="0" eaLnBrk="1" latinLnBrk="0" hangingPunct="1">
              <a:lnSpc>
                <a:spcPts val="2000"/>
              </a:lnSpc>
              <a:spcBef>
                <a:spcPts val="0"/>
              </a:spcBef>
              <a:buFont typeface="Symbol" charset="2"/>
              <a:buChar char="-"/>
              <a:tabLst/>
              <a:defRPr sz="18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lvl="2">
              <a:defRPr/>
            </a:pPr>
            <a:r>
              <a:rPr lang="de-DE" dirty="0"/>
              <a:t>Schachbrettmuster nach der Entzerrung</a:t>
            </a:r>
          </a:p>
        </p:txBody>
      </p:sp>
      <p:sp>
        <p:nvSpPr>
          <p:cNvPr id="2" name="Inhaltsplatzhalter 1">
            <a:extLst>
              <a:ext uri="{FF2B5EF4-FFF2-40B4-BE49-F238E27FC236}">
                <a16:creationId xmlns:a16="http://schemas.microsoft.com/office/drawing/2014/main" id="{720ECF5B-34F8-68D8-6392-EE3BD42C6D4E}"/>
              </a:ext>
            </a:extLst>
          </p:cNvPr>
          <p:cNvSpPr txBox="1">
            <a:spLocks/>
          </p:cNvSpPr>
          <p:nvPr/>
        </p:nvSpPr>
        <p:spPr>
          <a:xfrm>
            <a:off x="1163638" y="674525"/>
            <a:ext cx="9864725" cy="289838"/>
          </a:xfrm>
          <a:prstGeom prst="rect">
            <a:avLst/>
          </a:prstGeom>
        </p:spPr>
        <p:txBody>
          <a:bodyPr vert="horz" lIns="0" tIns="0" rIns="0" bIns="0" rtlCol="0">
            <a:noAutofit/>
          </a:bodyPr>
          <a:lstStyle>
            <a:lvl1pPr marL="0" indent="0" algn="l" defTabSz="914400" rtl="0" eaLnBrk="1" latinLnBrk="0" hangingPunct="1">
              <a:lnSpc>
                <a:spcPts val="2600"/>
              </a:lnSpc>
              <a:spcBef>
                <a:spcPts val="0"/>
              </a:spcBef>
              <a:buFont typeface="Arial"/>
              <a:buNone/>
              <a:defRPr sz="2400" b="1" kern="1200" baseline="0">
                <a:solidFill>
                  <a:srgbClr val="575756"/>
                </a:solidFill>
                <a:latin typeface="Calibri" charset="0"/>
                <a:ea typeface="Calibri" charset="0"/>
                <a:cs typeface="Calibri" charset="0"/>
              </a:defRPr>
            </a:lvl1pPr>
            <a:lvl2pPr marL="0" indent="0" algn="l" defTabSz="914400" rtl="0" eaLnBrk="1" latinLnBrk="0" hangingPunct="1">
              <a:lnSpc>
                <a:spcPts val="2000"/>
              </a:lnSpc>
              <a:spcBef>
                <a:spcPts val="0"/>
              </a:spcBef>
              <a:buFont typeface="Arial"/>
              <a:buNone/>
              <a:defRPr sz="1800" b="1" kern="1200" baseline="0">
                <a:solidFill>
                  <a:schemeClr val="tx1"/>
                </a:solidFill>
                <a:latin typeface="Calibri" charset="0"/>
                <a:ea typeface="Calibri" charset="0"/>
                <a:cs typeface="Calibri" charset="0"/>
              </a:defRPr>
            </a:lvl2pPr>
            <a:lvl3pPr marL="0" marR="0" indent="0" algn="l" defTabSz="914400" rtl="0" eaLnBrk="1" fontAlgn="auto" latinLnBrk="0" hangingPunct="1">
              <a:lnSpc>
                <a:spcPts val="2000"/>
              </a:lnSpc>
              <a:spcBef>
                <a:spcPts val="0"/>
              </a:spcBef>
              <a:spcAft>
                <a:spcPts val="0"/>
              </a:spcAft>
              <a:buClrTx/>
              <a:buSzTx/>
              <a:buFont typeface="Wingdings" charset="2"/>
              <a:buNone/>
              <a:tabLst/>
              <a:defRPr sz="1800" kern="1200" baseline="0">
                <a:solidFill>
                  <a:schemeClr val="tx1"/>
                </a:solidFill>
                <a:latin typeface="Calibri" charset="0"/>
                <a:ea typeface="Calibri" charset="0"/>
                <a:cs typeface="Calibri" charset="0"/>
              </a:defRPr>
            </a:lvl3pPr>
            <a:lvl4pPr marL="216000" marR="0" indent="-216000" algn="l" defTabSz="914400" rtl="0" eaLnBrk="1" fontAlgn="auto" latinLnBrk="0" hangingPunct="1">
              <a:lnSpc>
                <a:spcPts val="2000"/>
              </a:lnSpc>
              <a:spcBef>
                <a:spcPts val="0"/>
              </a:spcBef>
              <a:spcAft>
                <a:spcPts val="0"/>
              </a:spcAft>
              <a:buClr>
                <a:srgbClr val="A8A8A7"/>
              </a:buClr>
              <a:buSzPct val="68000"/>
              <a:buFontTx/>
              <a:buBlip>
                <a:blip r:embed="rId6"/>
              </a:buBlip>
              <a:tabLst>
                <a:tab pos="173038" algn="l"/>
              </a:tabLst>
              <a:defRPr sz="1800" kern="1200" baseline="0">
                <a:solidFill>
                  <a:schemeClr val="tx1"/>
                </a:solidFill>
                <a:latin typeface="+mn-lt"/>
                <a:ea typeface="+mn-ea"/>
                <a:cs typeface="+mn-cs"/>
              </a:defRPr>
            </a:lvl4pPr>
            <a:lvl5pPr marL="439200" indent="-216000" algn="l" defTabSz="914400" rtl="0" eaLnBrk="1" latinLnBrk="0" hangingPunct="1">
              <a:lnSpc>
                <a:spcPts val="2000"/>
              </a:lnSpc>
              <a:spcBef>
                <a:spcPts val="0"/>
              </a:spcBef>
              <a:buFont typeface="Symbol" charset="2"/>
              <a:buChar char="-"/>
              <a:tabLst/>
              <a:defRPr sz="18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de-DE" dirty="0" err="1"/>
              <a:t>Rectified_Image_Node</a:t>
            </a:r>
            <a:endParaRPr lang="de-DE" dirty="0"/>
          </a:p>
        </p:txBody>
      </p:sp>
      <p:graphicFrame>
        <p:nvGraphicFramePr>
          <p:cNvPr id="3" name="Diagramm 2">
            <a:extLst>
              <a:ext uri="{FF2B5EF4-FFF2-40B4-BE49-F238E27FC236}">
                <a16:creationId xmlns:a16="http://schemas.microsoft.com/office/drawing/2014/main" id="{0C2760E7-8E0A-289D-8716-F86CD5A4CA94}"/>
              </a:ext>
            </a:extLst>
          </p:cNvPr>
          <p:cNvGraphicFramePr/>
          <p:nvPr>
            <p:extLst>
              <p:ext uri="{D42A27DB-BD31-4B8C-83A1-F6EECF244321}">
                <p14:modId xmlns:p14="http://schemas.microsoft.com/office/powerpoint/2010/main" val="1452839601"/>
              </p:ext>
            </p:extLst>
          </p:nvPr>
        </p:nvGraphicFramePr>
        <p:xfrm>
          <a:off x="4783596" y="340066"/>
          <a:ext cx="6244765" cy="759814"/>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9666504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EBAAF4-2293-7C82-D8E5-514FEEFF2398}"/>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 name="Inhaltsplatzhalter 1">
                <a:extLst>
                  <a:ext uri="{FF2B5EF4-FFF2-40B4-BE49-F238E27FC236}">
                    <a16:creationId xmlns:a16="http://schemas.microsoft.com/office/drawing/2014/main" id="{D72A784D-0CFF-77F9-99E0-7D6D4943C47F}"/>
                  </a:ext>
                </a:extLst>
              </p:cNvPr>
              <p:cNvSpPr>
                <a:spLocks noGrp="1"/>
              </p:cNvSpPr>
              <p:nvPr>
                <p:ph idx="1"/>
              </p:nvPr>
            </p:nvSpPr>
            <p:spPr>
              <a:xfrm>
                <a:off x="1163637" y="1196975"/>
                <a:ext cx="9864725" cy="4485908"/>
              </a:xfrm>
            </p:spPr>
            <p:txBody>
              <a:bodyPr/>
              <a:lstStyle/>
              <a:p>
                <a:pPr lvl="3"/>
                <a:r>
                  <a:rPr lang="de-DE" dirty="0"/>
                  <a:t>Erstellung des Bildes in der Vogelperspektive</a:t>
                </a:r>
              </a:p>
              <a:p>
                <a:pPr lvl="3"/>
                <a:endParaRPr lang="de-DE" dirty="0"/>
              </a:p>
              <a:p>
                <a:pPr lvl="3"/>
                <a:endParaRPr lang="de-DE" dirty="0"/>
              </a:p>
              <a:p>
                <a:pPr lvl="3"/>
                <a:r>
                  <a:rPr lang="de-DE" dirty="0"/>
                  <a:t>Abonniert das entzerrte Bild und berechnet eine Perspektivtransformation</a:t>
                </a:r>
              </a:p>
              <a:p>
                <a:pPr lvl="3"/>
                <a:endParaRPr lang="de-DE" dirty="0"/>
              </a:p>
              <a:p>
                <a:pPr lvl="3"/>
                <a:endParaRPr lang="de-DE" dirty="0"/>
              </a:p>
              <a:p>
                <a:pPr lvl="3"/>
                <a:r>
                  <a:rPr lang="de-DE" dirty="0"/>
                  <a:t>Nutzt eine Homographie-Matrix, um das Bild in eine Draufsicht zu konvertieren</a:t>
                </a:r>
              </a:p>
              <a:p>
                <a:pPr lvl="3"/>
                <a:endParaRPr lang="de-DE" dirty="0"/>
              </a:p>
              <a:p>
                <a:pPr lvl="3"/>
                <a:endParaRPr lang="de-DE" dirty="0"/>
              </a:p>
              <a:p>
                <a:pPr lvl="3"/>
                <a:endParaRPr lang="de-DE" dirty="0"/>
              </a:p>
              <a:p>
                <a:pPr lvl="3"/>
                <a:r>
                  <a:rPr lang="de-DE" dirty="0" err="1"/>
                  <a:t>Homographiematrix</a:t>
                </a:r>
                <a:r>
                  <a:rPr lang="de-DE" dirty="0"/>
                  <a:t>: </a:t>
                </a:r>
                <a14:m>
                  <m:oMath xmlns:m="http://schemas.openxmlformats.org/officeDocument/2006/math">
                    <m:r>
                      <a:rPr lang="de-DE" b="0" i="1" smtClean="0">
                        <a:latin typeface="Cambria Math" panose="02040503050406030204" pitchFamily="18" charset="0"/>
                      </a:rPr>
                      <m:t>𝐻</m:t>
                    </m:r>
                    <m:r>
                      <a:rPr lang="de-DE" b="0" i="1" smtClean="0">
                        <a:latin typeface="Cambria Math" panose="02040503050406030204" pitchFamily="18" charset="0"/>
                      </a:rPr>
                      <m:t>= </m:t>
                    </m:r>
                    <m:d>
                      <m:dPr>
                        <m:begChr m:val="["/>
                        <m:endChr m:val="]"/>
                        <m:ctrlPr>
                          <a:rPr lang="de-DE" b="0" i="1" smtClean="0">
                            <a:latin typeface="Cambria Math" panose="02040503050406030204" pitchFamily="18" charset="0"/>
                          </a:rPr>
                        </m:ctrlPr>
                      </m:dPr>
                      <m:e>
                        <m:m>
                          <m:mPr>
                            <m:mcs>
                              <m:mc>
                                <m:mcPr>
                                  <m:count m:val="3"/>
                                  <m:mcJc m:val="center"/>
                                </m:mcPr>
                              </m:mc>
                            </m:mcs>
                            <m:ctrlPr>
                              <a:rPr lang="de-DE" b="0" i="1" smtClean="0">
                                <a:latin typeface="Cambria Math" panose="02040503050406030204" pitchFamily="18" charset="0"/>
                              </a:rPr>
                            </m:ctrlPr>
                          </m:mPr>
                          <m:mr>
                            <m:e>
                              <m:r>
                                <m:rPr>
                                  <m:brk m:alnAt="7"/>
                                </m:rPr>
                                <a:rPr lang="de-DE" i="1">
                                  <a:latin typeface="Cambria Math" panose="02040503050406030204" pitchFamily="18" charset="0"/>
                                </a:rPr>
                                <m:t>-0.704</m:t>
                              </m:r>
                              <m:r>
                                <a:rPr lang="de-DE" b="0" i="1" smtClean="0">
                                  <a:latin typeface="Cambria Math" panose="02040503050406030204" pitchFamily="18" charset="0"/>
                                </a:rPr>
                                <m:t>2</m:t>
                              </m:r>
                            </m:e>
                            <m:e>
                              <m:r>
                                <a:rPr lang="de-DE" i="1">
                                  <a:latin typeface="Cambria Math" panose="02040503050406030204" pitchFamily="18" charset="0"/>
                                </a:rPr>
                                <m:t>-1.449</m:t>
                              </m:r>
                              <m:r>
                                <a:rPr lang="de-DE" b="0" i="1" smtClean="0">
                                  <a:latin typeface="Cambria Math" panose="02040503050406030204" pitchFamily="18" charset="0"/>
                                </a:rPr>
                                <m:t>9</m:t>
                              </m:r>
                            </m:e>
                            <m:e>
                              <m:r>
                                <a:rPr lang="de-DE" i="1">
                                  <a:latin typeface="Cambria Math" panose="02040503050406030204" pitchFamily="18" charset="0"/>
                                </a:rPr>
                                <m:t>806.9</m:t>
                              </m:r>
                              <m:r>
                                <a:rPr lang="de-DE" b="0" i="1" smtClean="0">
                                  <a:latin typeface="Cambria Math" panose="02040503050406030204" pitchFamily="18" charset="0"/>
                                </a:rPr>
                                <m:t>8</m:t>
                              </m:r>
                            </m:e>
                          </m:mr>
                          <m:mr>
                            <m:e>
                              <m:r>
                                <a:rPr lang="de-DE" i="1">
                                  <a:latin typeface="Cambria Math" panose="02040503050406030204" pitchFamily="18" charset="0"/>
                                </a:rPr>
                                <m:t>0.026</m:t>
                              </m:r>
                              <m:r>
                                <a:rPr lang="de-DE" b="0" i="1" smtClean="0">
                                  <a:latin typeface="Cambria Math" panose="02040503050406030204" pitchFamily="18" charset="0"/>
                                </a:rPr>
                                <m:t>8</m:t>
                              </m:r>
                            </m:e>
                            <m:e>
                              <m:r>
                                <a:rPr lang="de-DE" i="1">
                                  <a:latin typeface="Cambria Math" panose="02040503050406030204" pitchFamily="18" charset="0"/>
                                </a:rPr>
                                <m:t>-3.7679</m:t>
                              </m:r>
                            </m:e>
                            <m:e>
                              <m:r>
                                <a:rPr lang="de-DE" i="1">
                                  <a:latin typeface="Cambria Math" panose="02040503050406030204" pitchFamily="18" charset="0"/>
                                </a:rPr>
                                <m:t>1825.2</m:t>
                              </m:r>
                            </m:e>
                          </m:mr>
                          <m:mr>
                            <m:e>
                              <m:r>
                                <a:rPr lang="de-DE" i="1">
                                  <a:latin typeface="Cambria Math" panose="02040503050406030204" pitchFamily="18" charset="0"/>
                                </a:rPr>
                                <m:t>1.622</m:t>
                              </m:r>
                              <m:r>
                                <a:rPr lang="de-DE" b="0" i="1" smtClean="0">
                                  <a:latin typeface="Cambria Math" panose="02040503050406030204" pitchFamily="18" charset="0"/>
                                </a:rPr>
                                <m:t>5</m:t>
                              </m:r>
                            </m:e>
                            <m:e>
                              <m:r>
                                <a:rPr lang="de-DE" i="1">
                                  <a:latin typeface="Cambria Math" panose="02040503050406030204" pitchFamily="18" charset="0"/>
                                </a:rPr>
                                <m:t>-0.003</m:t>
                              </m:r>
                              <m:r>
                                <a:rPr lang="de-DE" b="0" i="1" smtClean="0">
                                  <a:latin typeface="Cambria Math" panose="02040503050406030204" pitchFamily="18" charset="0"/>
                                </a:rPr>
                                <m:t>1</m:t>
                              </m:r>
                            </m:e>
                            <m:e>
                              <m:r>
                                <a:rPr lang="de-DE" b="0" i="1" smtClean="0">
                                  <a:latin typeface="Cambria Math" panose="02040503050406030204" pitchFamily="18" charset="0"/>
                                </a:rPr>
                                <m:t>1</m:t>
                              </m:r>
                            </m:e>
                          </m:mr>
                        </m:m>
                      </m:e>
                    </m:d>
                  </m:oMath>
                </a14:m>
                <a:endParaRPr lang="de-DE" dirty="0"/>
              </a:p>
            </p:txBody>
          </p:sp>
        </mc:Choice>
        <mc:Fallback>
          <p:sp>
            <p:nvSpPr>
              <p:cNvPr id="8" name="Inhaltsplatzhalter 1">
                <a:extLst>
                  <a:ext uri="{FF2B5EF4-FFF2-40B4-BE49-F238E27FC236}">
                    <a16:creationId xmlns:a16="http://schemas.microsoft.com/office/drawing/2014/main" id="{D72A784D-0CFF-77F9-99E0-7D6D4943C47F}"/>
                  </a:ext>
                </a:extLst>
              </p:cNvPr>
              <p:cNvSpPr>
                <a:spLocks noGrp="1" noRot="1" noChangeAspect="1" noMove="1" noResize="1" noEditPoints="1" noAdjustHandles="1" noChangeArrowheads="1" noChangeShapeType="1" noTextEdit="1"/>
              </p:cNvSpPr>
              <p:nvPr>
                <p:ph idx="1"/>
              </p:nvPr>
            </p:nvSpPr>
            <p:spPr>
              <a:xfrm>
                <a:off x="1163637" y="1196975"/>
                <a:ext cx="9864725" cy="4485908"/>
              </a:xfrm>
              <a:blipFill>
                <a:blip r:embed="rId3"/>
                <a:stretch>
                  <a:fillRect l="-62" t="-2174"/>
                </a:stretch>
              </a:blipFill>
            </p:spPr>
            <p:txBody>
              <a:bodyPr/>
              <a:lstStyle/>
              <a:p>
                <a:r>
                  <a:rPr lang="de-DE">
                    <a:noFill/>
                  </a:rPr>
                  <a:t> </a:t>
                </a:r>
              </a:p>
            </p:txBody>
          </p:sp>
        </mc:Fallback>
      </mc:AlternateContent>
      <p:sp>
        <p:nvSpPr>
          <p:cNvPr id="2" name="Inhaltsplatzhalter 1">
            <a:extLst>
              <a:ext uri="{FF2B5EF4-FFF2-40B4-BE49-F238E27FC236}">
                <a16:creationId xmlns:a16="http://schemas.microsoft.com/office/drawing/2014/main" id="{7F5937D7-AB25-512D-D5A0-E1022E4275CF}"/>
              </a:ext>
            </a:extLst>
          </p:cNvPr>
          <p:cNvSpPr txBox="1">
            <a:spLocks/>
          </p:cNvSpPr>
          <p:nvPr/>
        </p:nvSpPr>
        <p:spPr>
          <a:xfrm>
            <a:off x="1163638" y="674525"/>
            <a:ext cx="9864725" cy="289838"/>
          </a:xfrm>
          <a:prstGeom prst="rect">
            <a:avLst/>
          </a:prstGeom>
        </p:spPr>
        <p:txBody>
          <a:bodyPr vert="horz" lIns="0" tIns="0" rIns="0" bIns="0" rtlCol="0">
            <a:noAutofit/>
          </a:bodyPr>
          <a:lstStyle>
            <a:lvl1pPr marL="0" indent="0" algn="l" defTabSz="914400" rtl="0" eaLnBrk="1" latinLnBrk="0" hangingPunct="1">
              <a:lnSpc>
                <a:spcPts val="2600"/>
              </a:lnSpc>
              <a:spcBef>
                <a:spcPts val="0"/>
              </a:spcBef>
              <a:buFont typeface="Arial"/>
              <a:buNone/>
              <a:defRPr sz="2400" b="1" kern="1200" baseline="0">
                <a:solidFill>
                  <a:srgbClr val="575756"/>
                </a:solidFill>
                <a:latin typeface="Calibri" charset="0"/>
                <a:ea typeface="Calibri" charset="0"/>
                <a:cs typeface="Calibri" charset="0"/>
              </a:defRPr>
            </a:lvl1pPr>
            <a:lvl2pPr marL="0" indent="0" algn="l" defTabSz="914400" rtl="0" eaLnBrk="1" latinLnBrk="0" hangingPunct="1">
              <a:lnSpc>
                <a:spcPts val="2000"/>
              </a:lnSpc>
              <a:spcBef>
                <a:spcPts val="0"/>
              </a:spcBef>
              <a:buFont typeface="Arial"/>
              <a:buNone/>
              <a:defRPr sz="1800" b="1" kern="1200" baseline="0">
                <a:solidFill>
                  <a:schemeClr val="tx1"/>
                </a:solidFill>
                <a:latin typeface="Calibri" charset="0"/>
                <a:ea typeface="Calibri" charset="0"/>
                <a:cs typeface="Calibri" charset="0"/>
              </a:defRPr>
            </a:lvl2pPr>
            <a:lvl3pPr marL="0" marR="0" indent="0" algn="l" defTabSz="914400" rtl="0" eaLnBrk="1" fontAlgn="auto" latinLnBrk="0" hangingPunct="1">
              <a:lnSpc>
                <a:spcPts val="2000"/>
              </a:lnSpc>
              <a:spcBef>
                <a:spcPts val="0"/>
              </a:spcBef>
              <a:spcAft>
                <a:spcPts val="0"/>
              </a:spcAft>
              <a:buClrTx/>
              <a:buSzTx/>
              <a:buFont typeface="Wingdings" charset="2"/>
              <a:buNone/>
              <a:tabLst/>
              <a:defRPr sz="1800" kern="1200" baseline="0">
                <a:solidFill>
                  <a:schemeClr val="tx1"/>
                </a:solidFill>
                <a:latin typeface="Calibri" charset="0"/>
                <a:ea typeface="Calibri" charset="0"/>
                <a:cs typeface="Calibri" charset="0"/>
              </a:defRPr>
            </a:lvl3pPr>
            <a:lvl4pPr marL="216000" marR="0" indent="-216000" algn="l" defTabSz="914400" rtl="0" eaLnBrk="1" fontAlgn="auto" latinLnBrk="0" hangingPunct="1">
              <a:lnSpc>
                <a:spcPts val="2000"/>
              </a:lnSpc>
              <a:spcBef>
                <a:spcPts val="0"/>
              </a:spcBef>
              <a:spcAft>
                <a:spcPts val="0"/>
              </a:spcAft>
              <a:buClr>
                <a:srgbClr val="A8A8A7"/>
              </a:buClr>
              <a:buSzPct val="68000"/>
              <a:buFontTx/>
              <a:buBlip>
                <a:blip r:embed="rId4"/>
              </a:buBlip>
              <a:tabLst>
                <a:tab pos="173038" algn="l"/>
              </a:tabLst>
              <a:defRPr sz="1800" kern="1200" baseline="0">
                <a:solidFill>
                  <a:schemeClr val="tx1"/>
                </a:solidFill>
                <a:latin typeface="+mn-lt"/>
                <a:ea typeface="+mn-ea"/>
                <a:cs typeface="+mn-cs"/>
              </a:defRPr>
            </a:lvl4pPr>
            <a:lvl5pPr marL="439200" indent="-216000" algn="l" defTabSz="914400" rtl="0" eaLnBrk="1" latinLnBrk="0" hangingPunct="1">
              <a:lnSpc>
                <a:spcPts val="2000"/>
              </a:lnSpc>
              <a:spcBef>
                <a:spcPts val="0"/>
              </a:spcBef>
              <a:buFont typeface="Symbol" charset="2"/>
              <a:buChar char="-"/>
              <a:tabLst/>
              <a:defRPr sz="18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de-DE" dirty="0" err="1"/>
              <a:t>Birdseye_Node</a:t>
            </a:r>
            <a:endParaRPr lang="de-DE" dirty="0"/>
          </a:p>
        </p:txBody>
      </p:sp>
      <p:graphicFrame>
        <p:nvGraphicFramePr>
          <p:cNvPr id="4" name="Diagramm 3">
            <a:extLst>
              <a:ext uri="{FF2B5EF4-FFF2-40B4-BE49-F238E27FC236}">
                <a16:creationId xmlns:a16="http://schemas.microsoft.com/office/drawing/2014/main" id="{2EC7C8AA-5D1F-3AD0-4FEA-8115238544BF}"/>
              </a:ext>
            </a:extLst>
          </p:cNvPr>
          <p:cNvGraphicFramePr/>
          <p:nvPr>
            <p:extLst>
              <p:ext uri="{D42A27DB-BD31-4B8C-83A1-F6EECF244321}">
                <p14:modId xmlns:p14="http://schemas.microsoft.com/office/powerpoint/2010/main" val="624693240"/>
              </p:ext>
            </p:extLst>
          </p:nvPr>
        </p:nvGraphicFramePr>
        <p:xfrm>
          <a:off x="4783596" y="340066"/>
          <a:ext cx="6244765" cy="759814"/>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3202552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D6BE88-8332-425D-2112-2EE9E5A248DE}"/>
            </a:ext>
          </a:extLst>
        </p:cNvPr>
        <p:cNvGrpSpPr/>
        <p:nvPr/>
      </p:nvGrpSpPr>
      <p:grpSpPr>
        <a:xfrm>
          <a:off x="0" y="0"/>
          <a:ext cx="0" cy="0"/>
          <a:chOff x="0" y="0"/>
          <a:chExt cx="0" cy="0"/>
        </a:xfrm>
      </p:grpSpPr>
      <p:sp>
        <p:nvSpPr>
          <p:cNvPr id="8" name="Inhaltsplatzhalter 1">
            <a:extLst>
              <a:ext uri="{FF2B5EF4-FFF2-40B4-BE49-F238E27FC236}">
                <a16:creationId xmlns:a16="http://schemas.microsoft.com/office/drawing/2014/main" id="{EC5C176B-A6F6-B7F5-1293-F55FBF912F5A}"/>
              </a:ext>
            </a:extLst>
          </p:cNvPr>
          <p:cNvSpPr>
            <a:spLocks noGrp="1"/>
          </p:cNvSpPr>
          <p:nvPr>
            <p:ph idx="1"/>
          </p:nvPr>
        </p:nvSpPr>
        <p:spPr>
          <a:xfrm>
            <a:off x="1163637" y="1196975"/>
            <a:ext cx="9864725" cy="1819180"/>
          </a:xfrm>
        </p:spPr>
        <p:txBody>
          <a:bodyPr/>
          <a:lstStyle/>
          <a:p>
            <a:pPr lvl="3"/>
            <a:r>
              <a:rPr lang="de-DE" dirty="0"/>
              <a:t>Bestimmung der Homographie-Matrix mit einem Schachbrett</a:t>
            </a:r>
          </a:p>
          <a:p>
            <a:pPr lvl="3"/>
            <a:endParaRPr lang="de-DE" dirty="0"/>
          </a:p>
          <a:p>
            <a:pPr lvl="3"/>
            <a:r>
              <a:rPr lang="de-DE" dirty="0"/>
              <a:t>Homographie-Matrix berechnet sich mit Objekt- und Bildpunkten -&gt; </a:t>
            </a:r>
            <a:r>
              <a:rPr lang="de-DE" i="1" dirty="0" err="1"/>
              <a:t>getPerspectiveTransform</a:t>
            </a:r>
            <a:r>
              <a:rPr lang="de-DE" i="1" dirty="0"/>
              <a:t>()</a:t>
            </a:r>
          </a:p>
          <a:p>
            <a:pPr lvl="3"/>
            <a:endParaRPr lang="de-DE" i="1" dirty="0"/>
          </a:p>
          <a:p>
            <a:pPr lvl="3"/>
            <a:r>
              <a:rPr lang="de-DE" dirty="0"/>
              <a:t>Transformation des Bildes -&gt; </a:t>
            </a:r>
            <a:r>
              <a:rPr lang="de-DE" i="1" dirty="0" err="1"/>
              <a:t>warpPerspective</a:t>
            </a:r>
            <a:r>
              <a:rPr lang="de-DE" i="1" dirty="0"/>
              <a:t>()</a:t>
            </a:r>
          </a:p>
          <a:p>
            <a:pPr marL="0" lvl="3" indent="0">
              <a:buNone/>
            </a:pPr>
            <a:endParaRPr lang="de-DE" i="1" dirty="0"/>
          </a:p>
        </p:txBody>
      </p:sp>
      <p:pic>
        <p:nvPicPr>
          <p:cNvPr id="9" name="Bild 8">
            <a:extLst>
              <a:ext uri="{FF2B5EF4-FFF2-40B4-BE49-F238E27FC236}">
                <a16:creationId xmlns:a16="http://schemas.microsoft.com/office/drawing/2014/main" id="{AF7BD882-3A26-A82F-6B08-F59E75996D02}"/>
              </a:ext>
            </a:extLst>
          </p:cNvPr>
          <p:cNvPicPr>
            <a:picLocks noChangeAspect="1"/>
          </p:cNvPicPr>
          <p:nvPr/>
        </p:nvPicPr>
        <p:blipFill>
          <a:blip r:embed="rId3"/>
          <a:srcRect/>
          <a:stretch/>
        </p:blipFill>
        <p:spPr>
          <a:xfrm>
            <a:off x="1919949" y="3188038"/>
            <a:ext cx="3321505" cy="2620606"/>
          </a:xfrm>
          <a:prstGeom prst="rect">
            <a:avLst/>
          </a:prstGeom>
        </p:spPr>
      </p:pic>
      <p:pic>
        <p:nvPicPr>
          <p:cNvPr id="10" name="Bild 9">
            <a:extLst>
              <a:ext uri="{FF2B5EF4-FFF2-40B4-BE49-F238E27FC236}">
                <a16:creationId xmlns:a16="http://schemas.microsoft.com/office/drawing/2014/main" id="{56F8E4AE-09B4-2F29-402D-6CF2AD7657CA}"/>
              </a:ext>
            </a:extLst>
          </p:cNvPr>
          <p:cNvPicPr>
            <a:picLocks noChangeAspect="1"/>
          </p:cNvPicPr>
          <p:nvPr/>
        </p:nvPicPr>
        <p:blipFill>
          <a:blip r:embed="rId4"/>
          <a:srcRect/>
          <a:stretch/>
        </p:blipFill>
        <p:spPr>
          <a:xfrm>
            <a:off x="6950545" y="3188038"/>
            <a:ext cx="3321505" cy="2620606"/>
          </a:xfrm>
          <a:prstGeom prst="rect">
            <a:avLst/>
          </a:prstGeom>
        </p:spPr>
      </p:pic>
      <p:sp>
        <p:nvSpPr>
          <p:cNvPr id="11" name="Inhaltsplatzhalter 1">
            <a:extLst>
              <a:ext uri="{FF2B5EF4-FFF2-40B4-BE49-F238E27FC236}">
                <a16:creationId xmlns:a16="http://schemas.microsoft.com/office/drawing/2014/main" id="{426D2884-2047-310A-BBDE-4946657C0717}"/>
              </a:ext>
            </a:extLst>
          </p:cNvPr>
          <p:cNvSpPr txBox="1">
            <a:spLocks/>
          </p:cNvSpPr>
          <p:nvPr/>
        </p:nvSpPr>
        <p:spPr>
          <a:xfrm>
            <a:off x="2204486" y="5934456"/>
            <a:ext cx="2864471" cy="249019"/>
          </a:xfrm>
          <a:prstGeom prst="rect">
            <a:avLst/>
          </a:prstGeom>
        </p:spPr>
        <p:txBody>
          <a:bodyPr vert="horz" lIns="0" tIns="0" rIns="0" bIns="0" rtlCol="0">
            <a:noAutofit/>
          </a:bodyPr>
          <a:lstStyle>
            <a:lvl1pPr marL="0" indent="0" algn="l" defTabSz="914400" rtl="0" eaLnBrk="1" latinLnBrk="0" hangingPunct="1">
              <a:lnSpc>
                <a:spcPts val="2600"/>
              </a:lnSpc>
              <a:spcBef>
                <a:spcPts val="0"/>
              </a:spcBef>
              <a:buFont typeface="Arial"/>
              <a:buNone/>
              <a:defRPr sz="2400" b="1" kern="1200" baseline="0">
                <a:solidFill>
                  <a:srgbClr val="575756"/>
                </a:solidFill>
                <a:latin typeface="Calibri" charset="0"/>
                <a:ea typeface="Calibri" charset="0"/>
                <a:cs typeface="Calibri" charset="0"/>
              </a:defRPr>
            </a:lvl1pPr>
            <a:lvl2pPr marL="0" indent="0" algn="l" defTabSz="914400" rtl="0" eaLnBrk="1" latinLnBrk="0" hangingPunct="1">
              <a:lnSpc>
                <a:spcPts val="2000"/>
              </a:lnSpc>
              <a:spcBef>
                <a:spcPts val="0"/>
              </a:spcBef>
              <a:buFont typeface="Arial"/>
              <a:buNone/>
              <a:defRPr sz="1800" b="1" kern="1200" baseline="0">
                <a:solidFill>
                  <a:schemeClr val="tx1"/>
                </a:solidFill>
                <a:latin typeface="Calibri" charset="0"/>
                <a:ea typeface="Calibri" charset="0"/>
                <a:cs typeface="Calibri" charset="0"/>
              </a:defRPr>
            </a:lvl2pPr>
            <a:lvl3pPr marL="0" marR="0" indent="0" algn="l" defTabSz="914400" rtl="0" eaLnBrk="1" fontAlgn="auto" latinLnBrk="0" hangingPunct="1">
              <a:lnSpc>
                <a:spcPts val="2000"/>
              </a:lnSpc>
              <a:spcBef>
                <a:spcPts val="0"/>
              </a:spcBef>
              <a:spcAft>
                <a:spcPts val="0"/>
              </a:spcAft>
              <a:buClrTx/>
              <a:buSzTx/>
              <a:buFont typeface="Wingdings" charset="2"/>
              <a:buNone/>
              <a:tabLst/>
              <a:defRPr sz="1800" kern="1200" baseline="0">
                <a:solidFill>
                  <a:schemeClr val="tx1"/>
                </a:solidFill>
                <a:latin typeface="Calibri" charset="0"/>
                <a:ea typeface="Calibri" charset="0"/>
                <a:cs typeface="Calibri" charset="0"/>
              </a:defRPr>
            </a:lvl3pPr>
            <a:lvl4pPr marL="216000" indent="-216000" algn="l" defTabSz="914400" rtl="0" eaLnBrk="1" latinLnBrk="0" hangingPunct="1">
              <a:lnSpc>
                <a:spcPts val="2000"/>
              </a:lnSpc>
              <a:spcBef>
                <a:spcPts val="0"/>
              </a:spcBef>
              <a:buClr>
                <a:srgbClr val="A8A8A7"/>
              </a:buClr>
              <a:buSzPct val="68000"/>
              <a:buFontTx/>
              <a:buBlip>
                <a:blip r:embed="rId5"/>
              </a:buBlip>
              <a:tabLst>
                <a:tab pos="173038" algn="l"/>
              </a:tabLst>
              <a:defRPr sz="1800" kern="1200" baseline="0">
                <a:solidFill>
                  <a:schemeClr val="tx1"/>
                </a:solidFill>
                <a:latin typeface="+mn-lt"/>
                <a:ea typeface="+mn-ea"/>
                <a:cs typeface="+mn-cs"/>
              </a:defRPr>
            </a:lvl4pPr>
            <a:lvl5pPr marL="439200" indent="-216000" algn="l" defTabSz="914400" rtl="0" eaLnBrk="1" latinLnBrk="0" hangingPunct="1">
              <a:lnSpc>
                <a:spcPts val="2000"/>
              </a:lnSpc>
              <a:spcBef>
                <a:spcPts val="0"/>
              </a:spcBef>
              <a:buFont typeface="Symbol" charset="2"/>
              <a:buChar char="-"/>
              <a:tabLst/>
              <a:defRPr sz="18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lvl="2">
              <a:defRPr/>
            </a:pPr>
            <a:r>
              <a:rPr lang="de-DE" dirty="0"/>
              <a:t>Punkte vor der Transformation</a:t>
            </a:r>
          </a:p>
        </p:txBody>
      </p:sp>
      <p:sp>
        <p:nvSpPr>
          <p:cNvPr id="12" name="Inhaltsplatzhalter 1">
            <a:extLst>
              <a:ext uri="{FF2B5EF4-FFF2-40B4-BE49-F238E27FC236}">
                <a16:creationId xmlns:a16="http://schemas.microsoft.com/office/drawing/2014/main" id="{25430DBE-2F8D-F237-6110-53781965DD61}"/>
              </a:ext>
            </a:extLst>
          </p:cNvPr>
          <p:cNvSpPr txBox="1">
            <a:spLocks/>
          </p:cNvSpPr>
          <p:nvPr/>
        </p:nvSpPr>
        <p:spPr>
          <a:xfrm>
            <a:off x="7123045" y="5934455"/>
            <a:ext cx="2994492" cy="249018"/>
          </a:xfrm>
          <a:prstGeom prst="rect">
            <a:avLst/>
          </a:prstGeom>
        </p:spPr>
        <p:txBody>
          <a:bodyPr vert="horz" lIns="0" tIns="0" rIns="0" bIns="0" rtlCol="0">
            <a:noAutofit/>
          </a:bodyPr>
          <a:lstStyle>
            <a:lvl1pPr marL="0" indent="0" algn="l" defTabSz="914400" rtl="0" eaLnBrk="1" latinLnBrk="0" hangingPunct="1">
              <a:lnSpc>
                <a:spcPts val="2600"/>
              </a:lnSpc>
              <a:spcBef>
                <a:spcPts val="0"/>
              </a:spcBef>
              <a:buFont typeface="Arial"/>
              <a:buNone/>
              <a:defRPr sz="2400" b="1" kern="1200" baseline="0">
                <a:solidFill>
                  <a:srgbClr val="575756"/>
                </a:solidFill>
                <a:latin typeface="Calibri" charset="0"/>
                <a:ea typeface="Calibri" charset="0"/>
                <a:cs typeface="Calibri" charset="0"/>
              </a:defRPr>
            </a:lvl1pPr>
            <a:lvl2pPr marL="0" indent="0" algn="l" defTabSz="914400" rtl="0" eaLnBrk="1" latinLnBrk="0" hangingPunct="1">
              <a:lnSpc>
                <a:spcPts val="2000"/>
              </a:lnSpc>
              <a:spcBef>
                <a:spcPts val="0"/>
              </a:spcBef>
              <a:buFont typeface="Arial"/>
              <a:buNone/>
              <a:defRPr sz="1800" b="1" kern="1200" baseline="0">
                <a:solidFill>
                  <a:schemeClr val="tx1"/>
                </a:solidFill>
                <a:latin typeface="Calibri" charset="0"/>
                <a:ea typeface="Calibri" charset="0"/>
                <a:cs typeface="Calibri" charset="0"/>
              </a:defRPr>
            </a:lvl2pPr>
            <a:lvl3pPr marL="0" marR="0" indent="0" algn="l" defTabSz="914400" rtl="0" eaLnBrk="1" fontAlgn="auto" latinLnBrk="0" hangingPunct="1">
              <a:lnSpc>
                <a:spcPts val="2000"/>
              </a:lnSpc>
              <a:spcBef>
                <a:spcPts val="0"/>
              </a:spcBef>
              <a:spcAft>
                <a:spcPts val="0"/>
              </a:spcAft>
              <a:buClrTx/>
              <a:buSzTx/>
              <a:buFont typeface="Wingdings" charset="2"/>
              <a:buNone/>
              <a:tabLst/>
              <a:defRPr sz="1800" kern="1200" baseline="0">
                <a:solidFill>
                  <a:schemeClr val="tx1"/>
                </a:solidFill>
                <a:latin typeface="Calibri" charset="0"/>
                <a:ea typeface="Calibri" charset="0"/>
                <a:cs typeface="Calibri" charset="0"/>
              </a:defRPr>
            </a:lvl3pPr>
            <a:lvl4pPr marL="216000" indent="-216000" algn="l" defTabSz="914400" rtl="0" eaLnBrk="1" latinLnBrk="0" hangingPunct="1">
              <a:lnSpc>
                <a:spcPts val="2000"/>
              </a:lnSpc>
              <a:spcBef>
                <a:spcPts val="0"/>
              </a:spcBef>
              <a:buClr>
                <a:srgbClr val="A8A8A7"/>
              </a:buClr>
              <a:buSzPct val="68000"/>
              <a:buFontTx/>
              <a:buBlip>
                <a:blip r:embed="rId5"/>
              </a:buBlip>
              <a:tabLst>
                <a:tab pos="173038" algn="l"/>
              </a:tabLst>
              <a:defRPr sz="1800" kern="1200" baseline="0">
                <a:solidFill>
                  <a:schemeClr val="tx1"/>
                </a:solidFill>
                <a:latin typeface="+mn-lt"/>
                <a:ea typeface="+mn-ea"/>
                <a:cs typeface="+mn-cs"/>
              </a:defRPr>
            </a:lvl4pPr>
            <a:lvl5pPr marL="439200" indent="-216000" algn="l" defTabSz="914400" rtl="0" eaLnBrk="1" latinLnBrk="0" hangingPunct="1">
              <a:lnSpc>
                <a:spcPts val="2000"/>
              </a:lnSpc>
              <a:spcBef>
                <a:spcPts val="0"/>
              </a:spcBef>
              <a:buFont typeface="Symbol" charset="2"/>
              <a:buChar char="-"/>
              <a:tabLst/>
              <a:defRPr sz="18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lvl="2">
              <a:defRPr/>
            </a:pPr>
            <a:r>
              <a:rPr lang="de-DE" dirty="0"/>
              <a:t>Punkte nach der Transformation</a:t>
            </a:r>
          </a:p>
        </p:txBody>
      </p:sp>
      <p:sp>
        <p:nvSpPr>
          <p:cNvPr id="2" name="Inhaltsplatzhalter 1">
            <a:extLst>
              <a:ext uri="{FF2B5EF4-FFF2-40B4-BE49-F238E27FC236}">
                <a16:creationId xmlns:a16="http://schemas.microsoft.com/office/drawing/2014/main" id="{366B1161-D869-70C4-ED07-AC31F1D27C0E}"/>
              </a:ext>
            </a:extLst>
          </p:cNvPr>
          <p:cNvSpPr txBox="1">
            <a:spLocks/>
          </p:cNvSpPr>
          <p:nvPr/>
        </p:nvSpPr>
        <p:spPr>
          <a:xfrm>
            <a:off x="1163638" y="674525"/>
            <a:ext cx="9864725" cy="289838"/>
          </a:xfrm>
          <a:prstGeom prst="rect">
            <a:avLst/>
          </a:prstGeom>
        </p:spPr>
        <p:txBody>
          <a:bodyPr vert="horz" lIns="0" tIns="0" rIns="0" bIns="0" rtlCol="0">
            <a:noAutofit/>
          </a:bodyPr>
          <a:lstStyle>
            <a:lvl1pPr marL="0" indent="0" algn="l" defTabSz="914400" rtl="0" eaLnBrk="1" latinLnBrk="0" hangingPunct="1">
              <a:lnSpc>
                <a:spcPts val="2600"/>
              </a:lnSpc>
              <a:spcBef>
                <a:spcPts val="0"/>
              </a:spcBef>
              <a:buFont typeface="Arial"/>
              <a:buNone/>
              <a:defRPr sz="2400" b="1" kern="1200" baseline="0">
                <a:solidFill>
                  <a:srgbClr val="575756"/>
                </a:solidFill>
                <a:latin typeface="Calibri" charset="0"/>
                <a:ea typeface="Calibri" charset="0"/>
                <a:cs typeface="Calibri" charset="0"/>
              </a:defRPr>
            </a:lvl1pPr>
            <a:lvl2pPr marL="0" indent="0" algn="l" defTabSz="914400" rtl="0" eaLnBrk="1" latinLnBrk="0" hangingPunct="1">
              <a:lnSpc>
                <a:spcPts val="2000"/>
              </a:lnSpc>
              <a:spcBef>
                <a:spcPts val="0"/>
              </a:spcBef>
              <a:buFont typeface="Arial"/>
              <a:buNone/>
              <a:defRPr sz="1800" b="1" kern="1200" baseline="0">
                <a:solidFill>
                  <a:schemeClr val="tx1"/>
                </a:solidFill>
                <a:latin typeface="Calibri" charset="0"/>
                <a:ea typeface="Calibri" charset="0"/>
                <a:cs typeface="Calibri" charset="0"/>
              </a:defRPr>
            </a:lvl2pPr>
            <a:lvl3pPr marL="0" marR="0" indent="0" algn="l" defTabSz="914400" rtl="0" eaLnBrk="1" fontAlgn="auto" latinLnBrk="0" hangingPunct="1">
              <a:lnSpc>
                <a:spcPts val="2000"/>
              </a:lnSpc>
              <a:spcBef>
                <a:spcPts val="0"/>
              </a:spcBef>
              <a:spcAft>
                <a:spcPts val="0"/>
              </a:spcAft>
              <a:buClrTx/>
              <a:buSzTx/>
              <a:buFont typeface="Wingdings" charset="2"/>
              <a:buNone/>
              <a:tabLst/>
              <a:defRPr sz="1800" kern="1200" baseline="0">
                <a:solidFill>
                  <a:schemeClr val="tx1"/>
                </a:solidFill>
                <a:latin typeface="Calibri" charset="0"/>
                <a:ea typeface="Calibri" charset="0"/>
                <a:cs typeface="Calibri" charset="0"/>
              </a:defRPr>
            </a:lvl3pPr>
            <a:lvl4pPr marL="216000" marR="0" indent="-216000" algn="l" defTabSz="914400" rtl="0" eaLnBrk="1" fontAlgn="auto" latinLnBrk="0" hangingPunct="1">
              <a:lnSpc>
                <a:spcPts val="2000"/>
              </a:lnSpc>
              <a:spcBef>
                <a:spcPts val="0"/>
              </a:spcBef>
              <a:spcAft>
                <a:spcPts val="0"/>
              </a:spcAft>
              <a:buClr>
                <a:srgbClr val="A8A8A7"/>
              </a:buClr>
              <a:buSzPct val="68000"/>
              <a:buFontTx/>
              <a:buBlip>
                <a:blip r:embed="rId6"/>
              </a:buBlip>
              <a:tabLst>
                <a:tab pos="173038" algn="l"/>
              </a:tabLst>
              <a:defRPr sz="1800" kern="1200" baseline="0">
                <a:solidFill>
                  <a:schemeClr val="tx1"/>
                </a:solidFill>
                <a:latin typeface="+mn-lt"/>
                <a:ea typeface="+mn-ea"/>
                <a:cs typeface="+mn-cs"/>
              </a:defRPr>
            </a:lvl4pPr>
            <a:lvl5pPr marL="439200" indent="-216000" algn="l" defTabSz="914400" rtl="0" eaLnBrk="1" latinLnBrk="0" hangingPunct="1">
              <a:lnSpc>
                <a:spcPts val="2000"/>
              </a:lnSpc>
              <a:spcBef>
                <a:spcPts val="0"/>
              </a:spcBef>
              <a:buFont typeface="Symbol" charset="2"/>
              <a:buChar char="-"/>
              <a:tabLst/>
              <a:defRPr sz="18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de-DE" dirty="0" err="1"/>
              <a:t>Birdseye_Node</a:t>
            </a:r>
            <a:endParaRPr lang="de-DE" dirty="0"/>
          </a:p>
        </p:txBody>
      </p:sp>
      <p:graphicFrame>
        <p:nvGraphicFramePr>
          <p:cNvPr id="3" name="Diagramm 2">
            <a:extLst>
              <a:ext uri="{FF2B5EF4-FFF2-40B4-BE49-F238E27FC236}">
                <a16:creationId xmlns:a16="http://schemas.microsoft.com/office/drawing/2014/main" id="{EBCC15B5-C4EF-1AA0-906F-B739948FF6D4}"/>
              </a:ext>
            </a:extLst>
          </p:cNvPr>
          <p:cNvGraphicFramePr/>
          <p:nvPr>
            <p:extLst>
              <p:ext uri="{D42A27DB-BD31-4B8C-83A1-F6EECF244321}">
                <p14:modId xmlns:p14="http://schemas.microsoft.com/office/powerpoint/2010/main" val="361903148"/>
              </p:ext>
            </p:extLst>
          </p:nvPr>
        </p:nvGraphicFramePr>
        <p:xfrm>
          <a:off x="4783596" y="340066"/>
          <a:ext cx="6244765" cy="759814"/>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2566363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3A9E8E-557B-DA9B-4ABF-840CC64EDE44}"/>
            </a:ext>
          </a:extLst>
        </p:cNvPr>
        <p:cNvGrpSpPr/>
        <p:nvPr/>
      </p:nvGrpSpPr>
      <p:grpSpPr>
        <a:xfrm>
          <a:off x="0" y="0"/>
          <a:ext cx="0" cy="0"/>
          <a:chOff x="0" y="0"/>
          <a:chExt cx="0" cy="0"/>
        </a:xfrm>
      </p:grpSpPr>
      <p:sp>
        <p:nvSpPr>
          <p:cNvPr id="8" name="Inhaltsplatzhalter 1">
            <a:extLst>
              <a:ext uri="{FF2B5EF4-FFF2-40B4-BE49-F238E27FC236}">
                <a16:creationId xmlns:a16="http://schemas.microsoft.com/office/drawing/2014/main" id="{C0AED2F6-18D1-17DE-770B-1CB58759136F}"/>
              </a:ext>
            </a:extLst>
          </p:cNvPr>
          <p:cNvSpPr>
            <a:spLocks noGrp="1"/>
          </p:cNvSpPr>
          <p:nvPr>
            <p:ph idx="1"/>
          </p:nvPr>
        </p:nvSpPr>
        <p:spPr>
          <a:xfrm>
            <a:off x="1163637" y="1196975"/>
            <a:ext cx="9864725" cy="1819180"/>
          </a:xfrm>
        </p:spPr>
        <p:txBody>
          <a:bodyPr/>
          <a:lstStyle/>
          <a:p>
            <a:pPr lvl="3"/>
            <a:r>
              <a:rPr lang="de-DE" dirty="0"/>
              <a:t>Es wird auf einen wichtigen Bereich eingestellt</a:t>
            </a:r>
          </a:p>
          <a:p>
            <a:pPr lvl="3"/>
            <a:endParaRPr lang="de-DE" dirty="0"/>
          </a:p>
          <a:p>
            <a:pPr lvl="3"/>
            <a:r>
              <a:rPr lang="de-DE" dirty="0"/>
              <a:t>Der irrelevante Bereich wird ausgegraut</a:t>
            </a:r>
          </a:p>
          <a:p>
            <a:pPr lvl="3"/>
            <a:endParaRPr lang="de-DE" dirty="0"/>
          </a:p>
          <a:p>
            <a:pPr lvl="3"/>
            <a:r>
              <a:rPr lang="de-DE" dirty="0"/>
              <a:t>Veröffentlichung des transformierten Bildes für nachfolgende Verarbeitungsschritte</a:t>
            </a:r>
          </a:p>
        </p:txBody>
      </p:sp>
      <p:pic>
        <p:nvPicPr>
          <p:cNvPr id="9" name="Bild 8">
            <a:extLst>
              <a:ext uri="{FF2B5EF4-FFF2-40B4-BE49-F238E27FC236}">
                <a16:creationId xmlns:a16="http://schemas.microsoft.com/office/drawing/2014/main" id="{BC7E2FCE-AACA-242C-5608-9AC5215CE430}"/>
              </a:ext>
            </a:extLst>
          </p:cNvPr>
          <p:cNvPicPr>
            <a:picLocks noChangeAspect="1"/>
          </p:cNvPicPr>
          <p:nvPr/>
        </p:nvPicPr>
        <p:blipFill>
          <a:blip r:embed="rId3"/>
          <a:srcRect/>
          <a:stretch/>
        </p:blipFill>
        <p:spPr>
          <a:xfrm>
            <a:off x="1919949" y="3188038"/>
            <a:ext cx="3321505" cy="2620606"/>
          </a:xfrm>
          <a:prstGeom prst="rect">
            <a:avLst/>
          </a:prstGeom>
        </p:spPr>
      </p:pic>
      <p:pic>
        <p:nvPicPr>
          <p:cNvPr id="10" name="Bild 9">
            <a:extLst>
              <a:ext uri="{FF2B5EF4-FFF2-40B4-BE49-F238E27FC236}">
                <a16:creationId xmlns:a16="http://schemas.microsoft.com/office/drawing/2014/main" id="{017995A1-B727-672F-A98E-C177B1946BD8}"/>
              </a:ext>
            </a:extLst>
          </p:cNvPr>
          <p:cNvPicPr>
            <a:picLocks noChangeAspect="1"/>
          </p:cNvPicPr>
          <p:nvPr/>
        </p:nvPicPr>
        <p:blipFill>
          <a:blip r:embed="rId4"/>
          <a:srcRect/>
          <a:stretch/>
        </p:blipFill>
        <p:spPr>
          <a:xfrm>
            <a:off x="6950545" y="3188038"/>
            <a:ext cx="3321505" cy="2620606"/>
          </a:xfrm>
          <a:prstGeom prst="rect">
            <a:avLst/>
          </a:prstGeom>
        </p:spPr>
      </p:pic>
      <p:sp>
        <p:nvSpPr>
          <p:cNvPr id="11" name="Inhaltsplatzhalter 1">
            <a:extLst>
              <a:ext uri="{FF2B5EF4-FFF2-40B4-BE49-F238E27FC236}">
                <a16:creationId xmlns:a16="http://schemas.microsoft.com/office/drawing/2014/main" id="{FFC4839D-F3BD-5565-3B4D-45A23B05BC30}"/>
              </a:ext>
            </a:extLst>
          </p:cNvPr>
          <p:cNvSpPr txBox="1">
            <a:spLocks/>
          </p:cNvSpPr>
          <p:nvPr/>
        </p:nvSpPr>
        <p:spPr>
          <a:xfrm>
            <a:off x="2411852" y="5934456"/>
            <a:ext cx="2337697" cy="194882"/>
          </a:xfrm>
          <a:prstGeom prst="rect">
            <a:avLst/>
          </a:prstGeom>
        </p:spPr>
        <p:txBody>
          <a:bodyPr vert="horz" lIns="0" tIns="0" rIns="0" bIns="0" rtlCol="0">
            <a:noAutofit/>
          </a:bodyPr>
          <a:lstStyle>
            <a:lvl1pPr marL="0" indent="0" algn="l" defTabSz="914400" rtl="0" eaLnBrk="1" latinLnBrk="0" hangingPunct="1">
              <a:lnSpc>
                <a:spcPts val="2600"/>
              </a:lnSpc>
              <a:spcBef>
                <a:spcPts val="0"/>
              </a:spcBef>
              <a:buFont typeface="Arial"/>
              <a:buNone/>
              <a:defRPr sz="2400" b="1" kern="1200" baseline="0">
                <a:solidFill>
                  <a:srgbClr val="575756"/>
                </a:solidFill>
                <a:latin typeface="Calibri" charset="0"/>
                <a:ea typeface="Calibri" charset="0"/>
                <a:cs typeface="Calibri" charset="0"/>
              </a:defRPr>
            </a:lvl1pPr>
            <a:lvl2pPr marL="0" indent="0" algn="l" defTabSz="914400" rtl="0" eaLnBrk="1" latinLnBrk="0" hangingPunct="1">
              <a:lnSpc>
                <a:spcPts val="2000"/>
              </a:lnSpc>
              <a:spcBef>
                <a:spcPts val="0"/>
              </a:spcBef>
              <a:buFont typeface="Arial"/>
              <a:buNone/>
              <a:defRPr sz="1800" b="1" kern="1200" baseline="0">
                <a:solidFill>
                  <a:schemeClr val="tx1"/>
                </a:solidFill>
                <a:latin typeface="Calibri" charset="0"/>
                <a:ea typeface="Calibri" charset="0"/>
                <a:cs typeface="Calibri" charset="0"/>
              </a:defRPr>
            </a:lvl2pPr>
            <a:lvl3pPr marL="0" marR="0" indent="0" algn="l" defTabSz="914400" rtl="0" eaLnBrk="1" fontAlgn="auto" latinLnBrk="0" hangingPunct="1">
              <a:lnSpc>
                <a:spcPts val="2000"/>
              </a:lnSpc>
              <a:spcBef>
                <a:spcPts val="0"/>
              </a:spcBef>
              <a:spcAft>
                <a:spcPts val="0"/>
              </a:spcAft>
              <a:buClrTx/>
              <a:buSzTx/>
              <a:buFont typeface="Wingdings" charset="2"/>
              <a:buNone/>
              <a:tabLst/>
              <a:defRPr sz="1800" kern="1200" baseline="0">
                <a:solidFill>
                  <a:schemeClr val="tx1"/>
                </a:solidFill>
                <a:latin typeface="Calibri" charset="0"/>
                <a:ea typeface="Calibri" charset="0"/>
                <a:cs typeface="Calibri" charset="0"/>
              </a:defRPr>
            </a:lvl3pPr>
            <a:lvl4pPr marL="216000" indent="-216000" algn="l" defTabSz="914400" rtl="0" eaLnBrk="1" latinLnBrk="0" hangingPunct="1">
              <a:lnSpc>
                <a:spcPts val="2000"/>
              </a:lnSpc>
              <a:spcBef>
                <a:spcPts val="0"/>
              </a:spcBef>
              <a:buClr>
                <a:srgbClr val="A8A8A7"/>
              </a:buClr>
              <a:buSzPct val="68000"/>
              <a:buFontTx/>
              <a:buBlip>
                <a:blip r:embed="rId5"/>
              </a:buBlip>
              <a:tabLst>
                <a:tab pos="173038" algn="l"/>
              </a:tabLst>
              <a:defRPr sz="1800" kern="1200" baseline="0">
                <a:solidFill>
                  <a:schemeClr val="tx1"/>
                </a:solidFill>
                <a:latin typeface="+mn-lt"/>
                <a:ea typeface="+mn-ea"/>
                <a:cs typeface="+mn-cs"/>
              </a:defRPr>
            </a:lvl4pPr>
            <a:lvl5pPr marL="439200" indent="-216000" algn="l" defTabSz="914400" rtl="0" eaLnBrk="1" latinLnBrk="0" hangingPunct="1">
              <a:lnSpc>
                <a:spcPts val="2000"/>
              </a:lnSpc>
              <a:spcBef>
                <a:spcPts val="0"/>
              </a:spcBef>
              <a:buFont typeface="Symbol" charset="2"/>
              <a:buChar char="-"/>
              <a:tabLst/>
              <a:defRPr sz="18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lvl="2">
              <a:defRPr/>
            </a:pPr>
            <a:r>
              <a:rPr lang="de-DE" dirty="0"/>
              <a:t>Fahrbahn in Originalsicht</a:t>
            </a:r>
          </a:p>
        </p:txBody>
      </p:sp>
      <p:sp>
        <p:nvSpPr>
          <p:cNvPr id="12" name="Inhaltsplatzhalter 1">
            <a:extLst>
              <a:ext uri="{FF2B5EF4-FFF2-40B4-BE49-F238E27FC236}">
                <a16:creationId xmlns:a16="http://schemas.microsoft.com/office/drawing/2014/main" id="{FDDC94A4-4563-2E1D-B4F3-E96EEA2D294B}"/>
              </a:ext>
            </a:extLst>
          </p:cNvPr>
          <p:cNvSpPr txBox="1">
            <a:spLocks/>
          </p:cNvSpPr>
          <p:nvPr/>
        </p:nvSpPr>
        <p:spPr>
          <a:xfrm>
            <a:off x="7049446" y="5934456"/>
            <a:ext cx="3123701" cy="194882"/>
          </a:xfrm>
          <a:prstGeom prst="rect">
            <a:avLst/>
          </a:prstGeom>
        </p:spPr>
        <p:txBody>
          <a:bodyPr vert="horz" lIns="0" tIns="0" rIns="0" bIns="0" rtlCol="0">
            <a:noAutofit/>
          </a:bodyPr>
          <a:lstStyle>
            <a:lvl1pPr marL="0" indent="0" algn="l" defTabSz="914400" rtl="0" eaLnBrk="1" latinLnBrk="0" hangingPunct="1">
              <a:lnSpc>
                <a:spcPts val="2600"/>
              </a:lnSpc>
              <a:spcBef>
                <a:spcPts val="0"/>
              </a:spcBef>
              <a:buFont typeface="Arial"/>
              <a:buNone/>
              <a:defRPr sz="2400" b="1" kern="1200" baseline="0">
                <a:solidFill>
                  <a:srgbClr val="575756"/>
                </a:solidFill>
                <a:latin typeface="Calibri" charset="0"/>
                <a:ea typeface="Calibri" charset="0"/>
                <a:cs typeface="Calibri" charset="0"/>
              </a:defRPr>
            </a:lvl1pPr>
            <a:lvl2pPr marL="0" indent="0" algn="l" defTabSz="914400" rtl="0" eaLnBrk="1" latinLnBrk="0" hangingPunct="1">
              <a:lnSpc>
                <a:spcPts val="2000"/>
              </a:lnSpc>
              <a:spcBef>
                <a:spcPts val="0"/>
              </a:spcBef>
              <a:buFont typeface="Arial"/>
              <a:buNone/>
              <a:defRPr sz="1800" b="1" kern="1200" baseline="0">
                <a:solidFill>
                  <a:schemeClr val="tx1"/>
                </a:solidFill>
                <a:latin typeface="Calibri" charset="0"/>
                <a:ea typeface="Calibri" charset="0"/>
                <a:cs typeface="Calibri" charset="0"/>
              </a:defRPr>
            </a:lvl2pPr>
            <a:lvl3pPr marL="0" marR="0" indent="0" algn="l" defTabSz="914400" rtl="0" eaLnBrk="1" fontAlgn="auto" latinLnBrk="0" hangingPunct="1">
              <a:lnSpc>
                <a:spcPts val="2000"/>
              </a:lnSpc>
              <a:spcBef>
                <a:spcPts val="0"/>
              </a:spcBef>
              <a:spcAft>
                <a:spcPts val="0"/>
              </a:spcAft>
              <a:buClrTx/>
              <a:buSzTx/>
              <a:buFont typeface="Wingdings" charset="2"/>
              <a:buNone/>
              <a:tabLst/>
              <a:defRPr sz="1800" kern="1200" baseline="0">
                <a:solidFill>
                  <a:schemeClr val="tx1"/>
                </a:solidFill>
                <a:latin typeface="Calibri" charset="0"/>
                <a:ea typeface="Calibri" charset="0"/>
                <a:cs typeface="Calibri" charset="0"/>
              </a:defRPr>
            </a:lvl3pPr>
            <a:lvl4pPr marL="216000" indent="-216000" algn="l" defTabSz="914400" rtl="0" eaLnBrk="1" latinLnBrk="0" hangingPunct="1">
              <a:lnSpc>
                <a:spcPts val="2000"/>
              </a:lnSpc>
              <a:spcBef>
                <a:spcPts val="0"/>
              </a:spcBef>
              <a:buClr>
                <a:srgbClr val="A8A8A7"/>
              </a:buClr>
              <a:buSzPct val="68000"/>
              <a:buFontTx/>
              <a:buBlip>
                <a:blip r:embed="rId5"/>
              </a:buBlip>
              <a:tabLst>
                <a:tab pos="173038" algn="l"/>
              </a:tabLst>
              <a:defRPr sz="1800" kern="1200" baseline="0">
                <a:solidFill>
                  <a:schemeClr val="tx1"/>
                </a:solidFill>
                <a:latin typeface="+mn-lt"/>
                <a:ea typeface="+mn-ea"/>
                <a:cs typeface="+mn-cs"/>
              </a:defRPr>
            </a:lvl4pPr>
            <a:lvl5pPr marL="439200" indent="-216000" algn="l" defTabSz="914400" rtl="0" eaLnBrk="1" latinLnBrk="0" hangingPunct="1">
              <a:lnSpc>
                <a:spcPts val="2000"/>
              </a:lnSpc>
              <a:spcBef>
                <a:spcPts val="0"/>
              </a:spcBef>
              <a:buFont typeface="Symbol" charset="2"/>
              <a:buChar char="-"/>
              <a:tabLst/>
              <a:defRPr sz="18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lvl="2">
              <a:defRPr/>
            </a:pPr>
            <a:r>
              <a:rPr lang="de-DE" dirty="0"/>
              <a:t>Fahrbahn in der Vogelperspektive</a:t>
            </a:r>
          </a:p>
        </p:txBody>
      </p:sp>
      <p:sp>
        <p:nvSpPr>
          <p:cNvPr id="2" name="Inhaltsplatzhalter 1">
            <a:extLst>
              <a:ext uri="{FF2B5EF4-FFF2-40B4-BE49-F238E27FC236}">
                <a16:creationId xmlns:a16="http://schemas.microsoft.com/office/drawing/2014/main" id="{07D8AACE-ED21-9EB0-5AC8-3ECB9D9CF158}"/>
              </a:ext>
            </a:extLst>
          </p:cNvPr>
          <p:cNvSpPr txBox="1">
            <a:spLocks/>
          </p:cNvSpPr>
          <p:nvPr/>
        </p:nvSpPr>
        <p:spPr>
          <a:xfrm>
            <a:off x="1163638" y="674525"/>
            <a:ext cx="9864725" cy="289838"/>
          </a:xfrm>
          <a:prstGeom prst="rect">
            <a:avLst/>
          </a:prstGeom>
        </p:spPr>
        <p:txBody>
          <a:bodyPr vert="horz" lIns="0" tIns="0" rIns="0" bIns="0" rtlCol="0">
            <a:noAutofit/>
          </a:bodyPr>
          <a:lstStyle>
            <a:lvl1pPr marL="0" indent="0" algn="l" defTabSz="914400" rtl="0" eaLnBrk="1" latinLnBrk="0" hangingPunct="1">
              <a:lnSpc>
                <a:spcPts val="2600"/>
              </a:lnSpc>
              <a:spcBef>
                <a:spcPts val="0"/>
              </a:spcBef>
              <a:buFont typeface="Arial"/>
              <a:buNone/>
              <a:defRPr sz="2400" b="1" kern="1200" baseline="0">
                <a:solidFill>
                  <a:srgbClr val="575756"/>
                </a:solidFill>
                <a:latin typeface="Calibri" charset="0"/>
                <a:ea typeface="Calibri" charset="0"/>
                <a:cs typeface="Calibri" charset="0"/>
              </a:defRPr>
            </a:lvl1pPr>
            <a:lvl2pPr marL="0" indent="0" algn="l" defTabSz="914400" rtl="0" eaLnBrk="1" latinLnBrk="0" hangingPunct="1">
              <a:lnSpc>
                <a:spcPts val="2000"/>
              </a:lnSpc>
              <a:spcBef>
                <a:spcPts val="0"/>
              </a:spcBef>
              <a:buFont typeface="Arial"/>
              <a:buNone/>
              <a:defRPr sz="1800" b="1" kern="1200" baseline="0">
                <a:solidFill>
                  <a:schemeClr val="tx1"/>
                </a:solidFill>
                <a:latin typeface="Calibri" charset="0"/>
                <a:ea typeface="Calibri" charset="0"/>
                <a:cs typeface="Calibri" charset="0"/>
              </a:defRPr>
            </a:lvl2pPr>
            <a:lvl3pPr marL="0" marR="0" indent="0" algn="l" defTabSz="914400" rtl="0" eaLnBrk="1" fontAlgn="auto" latinLnBrk="0" hangingPunct="1">
              <a:lnSpc>
                <a:spcPts val="2000"/>
              </a:lnSpc>
              <a:spcBef>
                <a:spcPts val="0"/>
              </a:spcBef>
              <a:spcAft>
                <a:spcPts val="0"/>
              </a:spcAft>
              <a:buClrTx/>
              <a:buSzTx/>
              <a:buFont typeface="Wingdings" charset="2"/>
              <a:buNone/>
              <a:tabLst/>
              <a:defRPr sz="1800" kern="1200" baseline="0">
                <a:solidFill>
                  <a:schemeClr val="tx1"/>
                </a:solidFill>
                <a:latin typeface="Calibri" charset="0"/>
                <a:ea typeface="Calibri" charset="0"/>
                <a:cs typeface="Calibri" charset="0"/>
              </a:defRPr>
            </a:lvl3pPr>
            <a:lvl4pPr marL="216000" marR="0" indent="-216000" algn="l" defTabSz="914400" rtl="0" eaLnBrk="1" fontAlgn="auto" latinLnBrk="0" hangingPunct="1">
              <a:lnSpc>
                <a:spcPts val="2000"/>
              </a:lnSpc>
              <a:spcBef>
                <a:spcPts val="0"/>
              </a:spcBef>
              <a:spcAft>
                <a:spcPts val="0"/>
              </a:spcAft>
              <a:buClr>
                <a:srgbClr val="A8A8A7"/>
              </a:buClr>
              <a:buSzPct val="68000"/>
              <a:buFontTx/>
              <a:buBlip>
                <a:blip r:embed="rId6"/>
              </a:buBlip>
              <a:tabLst>
                <a:tab pos="173038" algn="l"/>
              </a:tabLst>
              <a:defRPr sz="1800" kern="1200" baseline="0">
                <a:solidFill>
                  <a:schemeClr val="tx1"/>
                </a:solidFill>
                <a:latin typeface="+mn-lt"/>
                <a:ea typeface="+mn-ea"/>
                <a:cs typeface="+mn-cs"/>
              </a:defRPr>
            </a:lvl4pPr>
            <a:lvl5pPr marL="439200" indent="-216000" algn="l" defTabSz="914400" rtl="0" eaLnBrk="1" latinLnBrk="0" hangingPunct="1">
              <a:lnSpc>
                <a:spcPts val="2000"/>
              </a:lnSpc>
              <a:spcBef>
                <a:spcPts val="0"/>
              </a:spcBef>
              <a:buFont typeface="Symbol" charset="2"/>
              <a:buChar char="-"/>
              <a:tabLst/>
              <a:defRPr sz="18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de-DE" dirty="0" err="1"/>
              <a:t>Birdseye_Node</a:t>
            </a:r>
            <a:endParaRPr lang="de-DE" dirty="0"/>
          </a:p>
        </p:txBody>
      </p:sp>
      <p:graphicFrame>
        <p:nvGraphicFramePr>
          <p:cNvPr id="3" name="Diagramm 2">
            <a:extLst>
              <a:ext uri="{FF2B5EF4-FFF2-40B4-BE49-F238E27FC236}">
                <a16:creationId xmlns:a16="http://schemas.microsoft.com/office/drawing/2014/main" id="{C0E4798E-A6AA-0338-02BD-C575371877FD}"/>
              </a:ext>
            </a:extLst>
          </p:cNvPr>
          <p:cNvGraphicFramePr/>
          <p:nvPr>
            <p:extLst>
              <p:ext uri="{D42A27DB-BD31-4B8C-83A1-F6EECF244321}">
                <p14:modId xmlns:p14="http://schemas.microsoft.com/office/powerpoint/2010/main" val="1799751698"/>
              </p:ext>
            </p:extLst>
          </p:nvPr>
        </p:nvGraphicFramePr>
        <p:xfrm>
          <a:off x="4783596" y="340066"/>
          <a:ext cx="6244765" cy="759814"/>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41464402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3F35DC-BB87-4388-927A-07A381ED13E4}"/>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8" name="Inhaltsplatzhalter 1">
                <a:extLst>
                  <a:ext uri="{FF2B5EF4-FFF2-40B4-BE49-F238E27FC236}">
                    <a16:creationId xmlns:a16="http://schemas.microsoft.com/office/drawing/2014/main" id="{7405886C-D681-0EDD-B194-6E785369608A}"/>
                  </a:ext>
                </a:extLst>
              </p:cNvPr>
              <p:cNvSpPr>
                <a:spLocks noGrp="1"/>
              </p:cNvSpPr>
              <p:nvPr>
                <p:ph idx="1"/>
              </p:nvPr>
            </p:nvSpPr>
            <p:spPr>
              <a:xfrm>
                <a:off x="1163637" y="1196975"/>
                <a:ext cx="10232745" cy="1819180"/>
              </a:xfrm>
            </p:spPr>
            <p:txBody>
              <a:bodyPr/>
              <a:lstStyle/>
              <a:p>
                <a:pPr lvl="3"/>
                <a:r>
                  <a:rPr lang="de-DE" dirty="0"/>
                  <a:t>Verarbeitung der LiDAR-Scandaten zur Erkennung von Hindernissen</a:t>
                </a:r>
              </a:p>
              <a:p>
                <a:pPr lvl="3"/>
                <a:endParaRPr lang="de-DE" dirty="0"/>
              </a:p>
              <a:p>
                <a:pPr lvl="3"/>
                <a:endParaRPr lang="de-DE" dirty="0"/>
              </a:p>
              <a:p>
                <a:pPr lvl="3"/>
                <a:r>
                  <a:rPr lang="de-DE" dirty="0"/>
                  <a:t>Transformation der LiDAR-Daten in das Kamerakoordinatensystem mit  </a:t>
                </a:r>
                <a14:m>
                  <m:oMath xmlns:m="http://schemas.openxmlformats.org/officeDocument/2006/math">
                    <m:r>
                      <a:rPr lang="de-DE" b="0" i="1" smtClean="0">
                        <a:latin typeface="Cambria Math" panose="02040503050406030204" pitchFamily="18" charset="0"/>
                      </a:rPr>
                      <m:t>𝑇</m:t>
                    </m:r>
                    <m:r>
                      <a:rPr lang="de-DE" b="0" i="1" smtClean="0">
                        <a:latin typeface="Cambria Math" panose="02040503050406030204" pitchFamily="18" charset="0"/>
                      </a:rPr>
                      <m:t>=</m:t>
                    </m:r>
                    <m:d>
                      <m:dPr>
                        <m:begChr m:val="["/>
                        <m:endChr m:val="]"/>
                        <m:ctrlPr>
                          <a:rPr lang="de-DE" i="1" smtClean="0">
                            <a:latin typeface="Cambria Math" panose="02040503050406030204" pitchFamily="18" charset="0"/>
                          </a:rPr>
                        </m:ctrlPr>
                      </m:dPr>
                      <m:e>
                        <m:m>
                          <m:mPr>
                            <m:mcs>
                              <m:mc>
                                <m:mcPr>
                                  <m:count m:val="4"/>
                                  <m:mcJc m:val="center"/>
                                </m:mcPr>
                              </m:mc>
                            </m:mcs>
                            <m:ctrlPr>
                              <a:rPr lang="de-DE" i="1" smtClean="0">
                                <a:latin typeface="Cambria Math" panose="02040503050406030204" pitchFamily="18" charset="0"/>
                              </a:rPr>
                            </m:ctrlPr>
                          </m:mPr>
                          <m:mr>
                            <m:e>
                              <m:r>
                                <m:rPr>
                                  <m:brk m:alnAt="7"/>
                                </m:rPr>
                                <a:rPr lang="de-DE" b="0" i="1" smtClean="0">
                                  <a:latin typeface="Cambria Math" panose="02040503050406030204" pitchFamily="18" charset="0"/>
                                </a:rPr>
                                <m:t>0</m:t>
                              </m:r>
                              <m:r>
                                <a:rPr lang="de-DE" b="0" i="1" smtClean="0">
                                  <a:latin typeface="Cambria Math" panose="02040503050406030204" pitchFamily="18" charset="0"/>
                                </a:rPr>
                                <m:t>.0</m:t>
                              </m:r>
                            </m:e>
                            <m:e>
                              <m:r>
                                <a:rPr lang="de-DE" b="0" i="1" smtClean="0">
                                  <a:latin typeface="Cambria Math" panose="02040503050406030204" pitchFamily="18" charset="0"/>
                                </a:rPr>
                                <m:t>−1.0</m:t>
                              </m:r>
                            </m:e>
                            <m:e>
                              <m:r>
                                <a:rPr lang="de-DE" b="0" i="1" smtClean="0">
                                  <a:latin typeface="Cambria Math" panose="02040503050406030204" pitchFamily="18" charset="0"/>
                                </a:rPr>
                                <m:t>0.0</m:t>
                              </m:r>
                            </m:e>
                            <m:e>
                              <m:r>
                                <a:rPr lang="de-DE" b="0" i="1" smtClean="0">
                                  <a:latin typeface="Cambria Math" panose="02040503050406030204" pitchFamily="18" charset="0"/>
                                </a:rPr>
                                <m:t>0.0</m:t>
                              </m:r>
                            </m:e>
                          </m:mr>
                          <m:mr>
                            <m:e>
                              <m:r>
                                <a:rPr lang="de-DE" b="0" i="1" smtClean="0">
                                  <a:latin typeface="Cambria Math" panose="02040503050406030204" pitchFamily="18" charset="0"/>
                                </a:rPr>
                                <m:t>0.0</m:t>
                              </m:r>
                            </m:e>
                            <m:e>
                              <m:r>
                                <a:rPr lang="de-DE" b="0" i="1" smtClean="0">
                                  <a:latin typeface="Cambria Math" panose="02040503050406030204" pitchFamily="18" charset="0"/>
                                </a:rPr>
                                <m:t>0.0</m:t>
                              </m:r>
                            </m:e>
                            <m:e>
                              <m:r>
                                <a:rPr lang="de-DE" b="0" i="1" smtClean="0">
                                  <a:latin typeface="Cambria Math" panose="02040503050406030204" pitchFamily="18" charset="0"/>
                                </a:rPr>
                                <m:t>−1.0</m:t>
                              </m:r>
                            </m:e>
                            <m:e>
                              <m:r>
                                <a:rPr lang="de-DE" b="0" i="1" smtClean="0">
                                  <a:latin typeface="Cambria Math" panose="02040503050406030204" pitchFamily="18" charset="0"/>
                                </a:rPr>
                                <m:t>−0.056</m:t>
                              </m:r>
                            </m:e>
                          </m:mr>
                          <m:mr>
                            <m:e>
                              <m:r>
                                <a:rPr lang="de-DE" b="0" i="1" smtClean="0">
                                  <a:latin typeface="Cambria Math" panose="02040503050406030204" pitchFamily="18" charset="0"/>
                                </a:rPr>
                                <m:t>1.0</m:t>
                              </m:r>
                            </m:e>
                            <m:e>
                              <m:r>
                                <a:rPr lang="de-DE" b="0" i="1" smtClean="0">
                                  <a:latin typeface="Cambria Math" panose="02040503050406030204" pitchFamily="18" charset="0"/>
                                </a:rPr>
                                <m:t>0.0</m:t>
                              </m:r>
                            </m:e>
                            <m:e>
                              <m:r>
                                <a:rPr lang="de-DE" b="0" i="1" smtClean="0">
                                  <a:latin typeface="Cambria Math" panose="02040503050406030204" pitchFamily="18" charset="0"/>
                                </a:rPr>
                                <m:t>0.0</m:t>
                              </m:r>
                            </m:e>
                            <m:e>
                              <m:r>
                                <a:rPr lang="de-DE" b="0" i="1" smtClean="0">
                                  <a:latin typeface="Cambria Math" panose="02040503050406030204" pitchFamily="18" charset="0"/>
                                </a:rPr>
                                <m:t>−0.075</m:t>
                              </m:r>
                            </m:e>
                          </m:mr>
                          <m:mr>
                            <m:e>
                              <m:r>
                                <a:rPr lang="de-DE" b="0" i="1" smtClean="0">
                                  <a:latin typeface="Cambria Math" panose="02040503050406030204" pitchFamily="18" charset="0"/>
                                </a:rPr>
                                <m:t>0.0</m:t>
                              </m:r>
                            </m:e>
                            <m:e>
                              <m:r>
                                <a:rPr lang="de-DE" b="0" i="1" smtClean="0">
                                  <a:latin typeface="Cambria Math" panose="02040503050406030204" pitchFamily="18" charset="0"/>
                                </a:rPr>
                                <m:t>0.0</m:t>
                              </m:r>
                            </m:e>
                            <m:e>
                              <m:r>
                                <a:rPr lang="de-DE" b="0" i="1" smtClean="0">
                                  <a:latin typeface="Cambria Math" panose="02040503050406030204" pitchFamily="18" charset="0"/>
                                </a:rPr>
                                <m:t>0.0</m:t>
                              </m:r>
                            </m:e>
                            <m:e>
                              <m:r>
                                <a:rPr lang="de-DE" b="0" i="1" smtClean="0">
                                  <a:latin typeface="Cambria Math" panose="02040503050406030204" pitchFamily="18" charset="0"/>
                                </a:rPr>
                                <m:t>1.0</m:t>
                              </m:r>
                            </m:e>
                          </m:mr>
                        </m:m>
                      </m:e>
                    </m:d>
                  </m:oMath>
                </a14:m>
                <a:endParaRPr lang="de-DE" i="1" dirty="0"/>
              </a:p>
              <a:p>
                <a:pPr lvl="3"/>
                <a:endParaRPr lang="de-DE" dirty="0"/>
              </a:p>
              <a:p>
                <a:pPr lvl="3"/>
                <a:r>
                  <a:rPr lang="de-DE" dirty="0"/>
                  <a:t>Einzeichnen der erkannten Hindernisse ins </a:t>
                </a:r>
                <a:r>
                  <a:rPr lang="de-DE" dirty="0" err="1"/>
                  <a:t>Bird’s</a:t>
                </a:r>
                <a:r>
                  <a:rPr lang="de-DE" dirty="0"/>
                  <a:t>-Eye-View Bild</a:t>
                </a:r>
              </a:p>
            </p:txBody>
          </p:sp>
        </mc:Choice>
        <mc:Fallback>
          <p:sp>
            <p:nvSpPr>
              <p:cNvPr id="8" name="Inhaltsplatzhalter 1">
                <a:extLst>
                  <a:ext uri="{FF2B5EF4-FFF2-40B4-BE49-F238E27FC236}">
                    <a16:creationId xmlns:a16="http://schemas.microsoft.com/office/drawing/2014/main" id="{7405886C-D681-0EDD-B194-6E785369608A}"/>
                  </a:ext>
                </a:extLst>
              </p:cNvPr>
              <p:cNvSpPr>
                <a:spLocks noGrp="1" noRot="1" noChangeAspect="1" noMove="1" noResize="1" noEditPoints="1" noAdjustHandles="1" noChangeArrowheads="1" noChangeShapeType="1" noTextEdit="1"/>
              </p:cNvSpPr>
              <p:nvPr>
                <p:ph idx="1"/>
              </p:nvPr>
            </p:nvSpPr>
            <p:spPr>
              <a:xfrm>
                <a:off x="1163637" y="1196975"/>
                <a:ext cx="10232745" cy="1819180"/>
              </a:xfrm>
              <a:blipFill>
                <a:blip r:embed="rId3"/>
                <a:stretch>
                  <a:fillRect l="-60" t="-5351"/>
                </a:stretch>
              </a:blipFill>
            </p:spPr>
            <p:txBody>
              <a:bodyPr/>
              <a:lstStyle/>
              <a:p>
                <a:r>
                  <a:rPr lang="de-DE">
                    <a:noFill/>
                  </a:rPr>
                  <a:t> </a:t>
                </a:r>
              </a:p>
            </p:txBody>
          </p:sp>
        </mc:Fallback>
      </mc:AlternateContent>
      <p:pic>
        <p:nvPicPr>
          <p:cNvPr id="9" name="Bild 8">
            <a:extLst>
              <a:ext uri="{FF2B5EF4-FFF2-40B4-BE49-F238E27FC236}">
                <a16:creationId xmlns:a16="http://schemas.microsoft.com/office/drawing/2014/main" id="{44D838AA-9F6A-8799-C307-DE67EF5221A3}"/>
              </a:ext>
            </a:extLst>
          </p:cNvPr>
          <p:cNvPicPr>
            <a:picLocks noChangeAspect="1"/>
          </p:cNvPicPr>
          <p:nvPr/>
        </p:nvPicPr>
        <p:blipFill>
          <a:blip r:embed="rId4"/>
          <a:srcRect/>
          <a:stretch/>
        </p:blipFill>
        <p:spPr>
          <a:xfrm>
            <a:off x="1919949" y="3188038"/>
            <a:ext cx="3321505" cy="2620606"/>
          </a:xfrm>
          <a:prstGeom prst="rect">
            <a:avLst/>
          </a:prstGeom>
        </p:spPr>
      </p:pic>
      <p:pic>
        <p:nvPicPr>
          <p:cNvPr id="10" name="Bild 9">
            <a:extLst>
              <a:ext uri="{FF2B5EF4-FFF2-40B4-BE49-F238E27FC236}">
                <a16:creationId xmlns:a16="http://schemas.microsoft.com/office/drawing/2014/main" id="{254796D4-D746-D675-27B0-E82F06E7E767}"/>
              </a:ext>
            </a:extLst>
          </p:cNvPr>
          <p:cNvPicPr>
            <a:picLocks noChangeAspect="1"/>
          </p:cNvPicPr>
          <p:nvPr/>
        </p:nvPicPr>
        <p:blipFill>
          <a:blip r:embed="rId5"/>
          <a:srcRect/>
          <a:stretch/>
        </p:blipFill>
        <p:spPr>
          <a:xfrm>
            <a:off x="6950545" y="3188038"/>
            <a:ext cx="3321505" cy="2620606"/>
          </a:xfrm>
          <a:prstGeom prst="rect">
            <a:avLst/>
          </a:prstGeom>
        </p:spPr>
      </p:pic>
      <p:sp>
        <p:nvSpPr>
          <p:cNvPr id="11" name="Inhaltsplatzhalter 1">
            <a:extLst>
              <a:ext uri="{FF2B5EF4-FFF2-40B4-BE49-F238E27FC236}">
                <a16:creationId xmlns:a16="http://schemas.microsoft.com/office/drawing/2014/main" id="{40FA5687-4068-7508-E5D7-9E275381E0F8}"/>
              </a:ext>
            </a:extLst>
          </p:cNvPr>
          <p:cNvSpPr txBox="1">
            <a:spLocks/>
          </p:cNvSpPr>
          <p:nvPr/>
        </p:nvSpPr>
        <p:spPr>
          <a:xfrm>
            <a:off x="2269899" y="5934456"/>
            <a:ext cx="2715091" cy="194882"/>
          </a:xfrm>
          <a:prstGeom prst="rect">
            <a:avLst/>
          </a:prstGeom>
        </p:spPr>
        <p:txBody>
          <a:bodyPr vert="horz" lIns="0" tIns="0" rIns="0" bIns="0" rtlCol="0">
            <a:noAutofit/>
          </a:bodyPr>
          <a:lstStyle>
            <a:lvl1pPr marL="0" indent="0" algn="l" defTabSz="914400" rtl="0" eaLnBrk="1" latinLnBrk="0" hangingPunct="1">
              <a:lnSpc>
                <a:spcPts val="2600"/>
              </a:lnSpc>
              <a:spcBef>
                <a:spcPts val="0"/>
              </a:spcBef>
              <a:buFont typeface="Arial"/>
              <a:buNone/>
              <a:defRPr sz="2400" b="1" kern="1200" baseline="0">
                <a:solidFill>
                  <a:srgbClr val="575756"/>
                </a:solidFill>
                <a:latin typeface="Calibri" charset="0"/>
                <a:ea typeface="Calibri" charset="0"/>
                <a:cs typeface="Calibri" charset="0"/>
              </a:defRPr>
            </a:lvl1pPr>
            <a:lvl2pPr marL="0" indent="0" algn="l" defTabSz="914400" rtl="0" eaLnBrk="1" latinLnBrk="0" hangingPunct="1">
              <a:lnSpc>
                <a:spcPts val="2000"/>
              </a:lnSpc>
              <a:spcBef>
                <a:spcPts val="0"/>
              </a:spcBef>
              <a:buFont typeface="Arial"/>
              <a:buNone/>
              <a:defRPr sz="1800" b="1" kern="1200" baseline="0">
                <a:solidFill>
                  <a:schemeClr val="tx1"/>
                </a:solidFill>
                <a:latin typeface="Calibri" charset="0"/>
                <a:ea typeface="Calibri" charset="0"/>
                <a:cs typeface="Calibri" charset="0"/>
              </a:defRPr>
            </a:lvl2pPr>
            <a:lvl3pPr marL="0" marR="0" indent="0" algn="l" defTabSz="914400" rtl="0" eaLnBrk="1" fontAlgn="auto" latinLnBrk="0" hangingPunct="1">
              <a:lnSpc>
                <a:spcPts val="2000"/>
              </a:lnSpc>
              <a:spcBef>
                <a:spcPts val="0"/>
              </a:spcBef>
              <a:spcAft>
                <a:spcPts val="0"/>
              </a:spcAft>
              <a:buClrTx/>
              <a:buSzTx/>
              <a:buFont typeface="Wingdings" charset="2"/>
              <a:buNone/>
              <a:tabLst/>
              <a:defRPr sz="1800" kern="1200" baseline="0">
                <a:solidFill>
                  <a:schemeClr val="tx1"/>
                </a:solidFill>
                <a:latin typeface="Calibri" charset="0"/>
                <a:ea typeface="Calibri" charset="0"/>
                <a:cs typeface="Calibri" charset="0"/>
              </a:defRPr>
            </a:lvl3pPr>
            <a:lvl4pPr marL="216000" indent="-216000" algn="l" defTabSz="914400" rtl="0" eaLnBrk="1" latinLnBrk="0" hangingPunct="1">
              <a:lnSpc>
                <a:spcPts val="2000"/>
              </a:lnSpc>
              <a:spcBef>
                <a:spcPts val="0"/>
              </a:spcBef>
              <a:buClr>
                <a:srgbClr val="A8A8A7"/>
              </a:buClr>
              <a:buSzPct val="68000"/>
              <a:buFontTx/>
              <a:buBlip>
                <a:blip r:embed="rId6"/>
              </a:buBlip>
              <a:tabLst>
                <a:tab pos="173038" algn="l"/>
              </a:tabLst>
              <a:defRPr sz="1800" kern="1200" baseline="0">
                <a:solidFill>
                  <a:schemeClr val="tx1"/>
                </a:solidFill>
                <a:latin typeface="+mn-lt"/>
                <a:ea typeface="+mn-ea"/>
                <a:cs typeface="+mn-cs"/>
              </a:defRPr>
            </a:lvl4pPr>
            <a:lvl5pPr marL="439200" indent="-216000" algn="l" defTabSz="914400" rtl="0" eaLnBrk="1" latinLnBrk="0" hangingPunct="1">
              <a:lnSpc>
                <a:spcPts val="2000"/>
              </a:lnSpc>
              <a:spcBef>
                <a:spcPts val="0"/>
              </a:spcBef>
              <a:buFont typeface="Symbol" charset="2"/>
              <a:buChar char="-"/>
              <a:tabLst/>
              <a:defRPr sz="18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lvl="2">
              <a:defRPr/>
            </a:pPr>
            <a:r>
              <a:rPr lang="de-DE" dirty="0"/>
              <a:t>LiDAR-Punkte gerades Objekt</a:t>
            </a:r>
          </a:p>
        </p:txBody>
      </p:sp>
      <p:sp>
        <p:nvSpPr>
          <p:cNvPr id="12" name="Inhaltsplatzhalter 1">
            <a:extLst>
              <a:ext uri="{FF2B5EF4-FFF2-40B4-BE49-F238E27FC236}">
                <a16:creationId xmlns:a16="http://schemas.microsoft.com/office/drawing/2014/main" id="{8D342D36-A348-A0C7-81B2-8355BC6B1008}"/>
              </a:ext>
            </a:extLst>
          </p:cNvPr>
          <p:cNvSpPr txBox="1">
            <a:spLocks/>
          </p:cNvSpPr>
          <p:nvPr/>
        </p:nvSpPr>
        <p:spPr>
          <a:xfrm>
            <a:off x="7207011" y="5934456"/>
            <a:ext cx="2808572" cy="194882"/>
          </a:xfrm>
          <a:prstGeom prst="rect">
            <a:avLst/>
          </a:prstGeom>
        </p:spPr>
        <p:txBody>
          <a:bodyPr vert="horz" lIns="0" tIns="0" rIns="0" bIns="0" rtlCol="0">
            <a:noAutofit/>
          </a:bodyPr>
          <a:lstStyle>
            <a:lvl1pPr marL="0" indent="0" algn="l" defTabSz="914400" rtl="0" eaLnBrk="1" latinLnBrk="0" hangingPunct="1">
              <a:lnSpc>
                <a:spcPts val="2600"/>
              </a:lnSpc>
              <a:spcBef>
                <a:spcPts val="0"/>
              </a:spcBef>
              <a:buFont typeface="Arial"/>
              <a:buNone/>
              <a:defRPr sz="2400" b="1" kern="1200" baseline="0">
                <a:solidFill>
                  <a:srgbClr val="575756"/>
                </a:solidFill>
                <a:latin typeface="Calibri" charset="0"/>
                <a:ea typeface="Calibri" charset="0"/>
                <a:cs typeface="Calibri" charset="0"/>
              </a:defRPr>
            </a:lvl1pPr>
            <a:lvl2pPr marL="0" indent="0" algn="l" defTabSz="914400" rtl="0" eaLnBrk="1" latinLnBrk="0" hangingPunct="1">
              <a:lnSpc>
                <a:spcPts val="2000"/>
              </a:lnSpc>
              <a:spcBef>
                <a:spcPts val="0"/>
              </a:spcBef>
              <a:buFont typeface="Arial"/>
              <a:buNone/>
              <a:defRPr sz="1800" b="1" kern="1200" baseline="0">
                <a:solidFill>
                  <a:schemeClr val="tx1"/>
                </a:solidFill>
                <a:latin typeface="Calibri" charset="0"/>
                <a:ea typeface="Calibri" charset="0"/>
                <a:cs typeface="Calibri" charset="0"/>
              </a:defRPr>
            </a:lvl2pPr>
            <a:lvl3pPr marL="0" marR="0" indent="0" algn="l" defTabSz="914400" rtl="0" eaLnBrk="1" fontAlgn="auto" latinLnBrk="0" hangingPunct="1">
              <a:lnSpc>
                <a:spcPts val="2000"/>
              </a:lnSpc>
              <a:spcBef>
                <a:spcPts val="0"/>
              </a:spcBef>
              <a:spcAft>
                <a:spcPts val="0"/>
              </a:spcAft>
              <a:buClrTx/>
              <a:buSzTx/>
              <a:buFont typeface="Wingdings" charset="2"/>
              <a:buNone/>
              <a:tabLst/>
              <a:defRPr sz="1800" kern="1200" baseline="0">
                <a:solidFill>
                  <a:schemeClr val="tx1"/>
                </a:solidFill>
                <a:latin typeface="Calibri" charset="0"/>
                <a:ea typeface="Calibri" charset="0"/>
                <a:cs typeface="Calibri" charset="0"/>
              </a:defRPr>
            </a:lvl3pPr>
            <a:lvl4pPr marL="216000" indent="-216000" algn="l" defTabSz="914400" rtl="0" eaLnBrk="1" latinLnBrk="0" hangingPunct="1">
              <a:lnSpc>
                <a:spcPts val="2000"/>
              </a:lnSpc>
              <a:spcBef>
                <a:spcPts val="0"/>
              </a:spcBef>
              <a:buClr>
                <a:srgbClr val="A8A8A7"/>
              </a:buClr>
              <a:buSzPct val="68000"/>
              <a:buFontTx/>
              <a:buBlip>
                <a:blip r:embed="rId6"/>
              </a:buBlip>
              <a:tabLst>
                <a:tab pos="173038" algn="l"/>
              </a:tabLst>
              <a:defRPr sz="1800" kern="1200" baseline="0">
                <a:solidFill>
                  <a:schemeClr val="tx1"/>
                </a:solidFill>
                <a:latin typeface="+mn-lt"/>
                <a:ea typeface="+mn-ea"/>
                <a:cs typeface="+mn-cs"/>
              </a:defRPr>
            </a:lvl4pPr>
            <a:lvl5pPr marL="439200" indent="-216000" algn="l" defTabSz="914400" rtl="0" eaLnBrk="1" latinLnBrk="0" hangingPunct="1">
              <a:lnSpc>
                <a:spcPts val="2000"/>
              </a:lnSpc>
              <a:spcBef>
                <a:spcPts val="0"/>
              </a:spcBef>
              <a:buFont typeface="Symbol" charset="2"/>
              <a:buChar char="-"/>
              <a:tabLst/>
              <a:defRPr sz="18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lvl="2">
              <a:defRPr/>
            </a:pPr>
            <a:r>
              <a:rPr lang="de-DE" dirty="0"/>
              <a:t>LiDAR-Punkte schräges Objekt</a:t>
            </a:r>
          </a:p>
        </p:txBody>
      </p:sp>
      <p:sp>
        <p:nvSpPr>
          <p:cNvPr id="2" name="Inhaltsplatzhalter 1">
            <a:extLst>
              <a:ext uri="{FF2B5EF4-FFF2-40B4-BE49-F238E27FC236}">
                <a16:creationId xmlns:a16="http://schemas.microsoft.com/office/drawing/2014/main" id="{F51A7E2F-DB8C-C365-22CF-0CC86860234D}"/>
              </a:ext>
            </a:extLst>
          </p:cNvPr>
          <p:cNvSpPr txBox="1">
            <a:spLocks/>
          </p:cNvSpPr>
          <p:nvPr/>
        </p:nvSpPr>
        <p:spPr>
          <a:xfrm>
            <a:off x="1163638" y="674525"/>
            <a:ext cx="9864725" cy="289838"/>
          </a:xfrm>
          <a:prstGeom prst="rect">
            <a:avLst/>
          </a:prstGeom>
        </p:spPr>
        <p:txBody>
          <a:bodyPr vert="horz" lIns="0" tIns="0" rIns="0" bIns="0" rtlCol="0">
            <a:noAutofit/>
          </a:bodyPr>
          <a:lstStyle>
            <a:lvl1pPr marL="0" indent="0" algn="l" defTabSz="914400" rtl="0" eaLnBrk="1" latinLnBrk="0" hangingPunct="1">
              <a:lnSpc>
                <a:spcPts val="2600"/>
              </a:lnSpc>
              <a:spcBef>
                <a:spcPts val="0"/>
              </a:spcBef>
              <a:buFont typeface="Arial"/>
              <a:buNone/>
              <a:defRPr sz="2400" b="1" kern="1200" baseline="0">
                <a:solidFill>
                  <a:srgbClr val="575756"/>
                </a:solidFill>
                <a:latin typeface="Calibri" charset="0"/>
                <a:ea typeface="Calibri" charset="0"/>
                <a:cs typeface="Calibri" charset="0"/>
              </a:defRPr>
            </a:lvl1pPr>
            <a:lvl2pPr marL="0" indent="0" algn="l" defTabSz="914400" rtl="0" eaLnBrk="1" latinLnBrk="0" hangingPunct="1">
              <a:lnSpc>
                <a:spcPts val="2000"/>
              </a:lnSpc>
              <a:spcBef>
                <a:spcPts val="0"/>
              </a:spcBef>
              <a:buFont typeface="Arial"/>
              <a:buNone/>
              <a:defRPr sz="1800" b="1" kern="1200" baseline="0">
                <a:solidFill>
                  <a:schemeClr val="tx1"/>
                </a:solidFill>
                <a:latin typeface="Calibri" charset="0"/>
                <a:ea typeface="Calibri" charset="0"/>
                <a:cs typeface="Calibri" charset="0"/>
              </a:defRPr>
            </a:lvl2pPr>
            <a:lvl3pPr marL="0" marR="0" indent="0" algn="l" defTabSz="914400" rtl="0" eaLnBrk="1" fontAlgn="auto" latinLnBrk="0" hangingPunct="1">
              <a:lnSpc>
                <a:spcPts val="2000"/>
              </a:lnSpc>
              <a:spcBef>
                <a:spcPts val="0"/>
              </a:spcBef>
              <a:spcAft>
                <a:spcPts val="0"/>
              </a:spcAft>
              <a:buClrTx/>
              <a:buSzTx/>
              <a:buFont typeface="Wingdings" charset="2"/>
              <a:buNone/>
              <a:tabLst/>
              <a:defRPr sz="1800" kern="1200" baseline="0">
                <a:solidFill>
                  <a:schemeClr val="tx1"/>
                </a:solidFill>
                <a:latin typeface="Calibri" charset="0"/>
                <a:ea typeface="Calibri" charset="0"/>
                <a:cs typeface="Calibri" charset="0"/>
              </a:defRPr>
            </a:lvl3pPr>
            <a:lvl4pPr marL="216000" marR="0" indent="-216000" algn="l" defTabSz="914400" rtl="0" eaLnBrk="1" fontAlgn="auto" latinLnBrk="0" hangingPunct="1">
              <a:lnSpc>
                <a:spcPts val="2000"/>
              </a:lnSpc>
              <a:spcBef>
                <a:spcPts val="0"/>
              </a:spcBef>
              <a:spcAft>
                <a:spcPts val="0"/>
              </a:spcAft>
              <a:buClr>
                <a:srgbClr val="A8A8A7"/>
              </a:buClr>
              <a:buSzPct val="68000"/>
              <a:buFontTx/>
              <a:buBlip>
                <a:blip r:embed="rId7"/>
              </a:buBlip>
              <a:tabLst>
                <a:tab pos="173038" algn="l"/>
              </a:tabLst>
              <a:defRPr sz="1800" kern="1200" baseline="0">
                <a:solidFill>
                  <a:schemeClr val="tx1"/>
                </a:solidFill>
                <a:latin typeface="+mn-lt"/>
                <a:ea typeface="+mn-ea"/>
                <a:cs typeface="+mn-cs"/>
              </a:defRPr>
            </a:lvl4pPr>
            <a:lvl5pPr marL="439200" indent="-216000" algn="l" defTabSz="914400" rtl="0" eaLnBrk="1" latinLnBrk="0" hangingPunct="1">
              <a:lnSpc>
                <a:spcPts val="2000"/>
              </a:lnSpc>
              <a:spcBef>
                <a:spcPts val="0"/>
              </a:spcBef>
              <a:buFont typeface="Symbol" charset="2"/>
              <a:buChar char="-"/>
              <a:tabLst/>
              <a:defRPr sz="18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de-DE" dirty="0" err="1"/>
              <a:t>Birdseye_With_LiDAR_Node</a:t>
            </a:r>
            <a:endParaRPr lang="de-DE" dirty="0"/>
          </a:p>
        </p:txBody>
      </p:sp>
      <p:graphicFrame>
        <p:nvGraphicFramePr>
          <p:cNvPr id="3" name="Diagramm 2">
            <a:extLst>
              <a:ext uri="{FF2B5EF4-FFF2-40B4-BE49-F238E27FC236}">
                <a16:creationId xmlns:a16="http://schemas.microsoft.com/office/drawing/2014/main" id="{F1E44655-B925-C007-DDFF-F2880F427E20}"/>
              </a:ext>
            </a:extLst>
          </p:cNvPr>
          <p:cNvGraphicFramePr/>
          <p:nvPr>
            <p:extLst>
              <p:ext uri="{D42A27DB-BD31-4B8C-83A1-F6EECF244321}">
                <p14:modId xmlns:p14="http://schemas.microsoft.com/office/powerpoint/2010/main" val="528211028"/>
              </p:ext>
            </p:extLst>
          </p:nvPr>
        </p:nvGraphicFramePr>
        <p:xfrm>
          <a:off x="4783596" y="340066"/>
          <a:ext cx="6244765" cy="759814"/>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449203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93DDE8-54F6-B6EB-7351-2FC27E50E632}"/>
            </a:ext>
          </a:extLst>
        </p:cNvPr>
        <p:cNvGrpSpPr/>
        <p:nvPr/>
      </p:nvGrpSpPr>
      <p:grpSpPr>
        <a:xfrm>
          <a:off x="0" y="0"/>
          <a:ext cx="0" cy="0"/>
          <a:chOff x="0" y="0"/>
          <a:chExt cx="0" cy="0"/>
        </a:xfrm>
      </p:grpSpPr>
      <p:sp>
        <p:nvSpPr>
          <p:cNvPr id="8" name="Inhaltsplatzhalter 1">
            <a:extLst>
              <a:ext uri="{FF2B5EF4-FFF2-40B4-BE49-F238E27FC236}">
                <a16:creationId xmlns:a16="http://schemas.microsoft.com/office/drawing/2014/main" id="{B73B6649-277A-98B0-9131-16193842CAC0}"/>
              </a:ext>
            </a:extLst>
          </p:cNvPr>
          <p:cNvSpPr>
            <a:spLocks noGrp="1"/>
          </p:cNvSpPr>
          <p:nvPr>
            <p:ph idx="1"/>
          </p:nvPr>
        </p:nvSpPr>
        <p:spPr>
          <a:xfrm>
            <a:off x="1163637" y="1196975"/>
            <a:ext cx="9864725" cy="1819180"/>
          </a:xfrm>
        </p:spPr>
        <p:txBody>
          <a:bodyPr/>
          <a:lstStyle/>
          <a:p>
            <a:pPr lvl="3"/>
            <a:r>
              <a:rPr lang="de-DE" dirty="0"/>
              <a:t>Berechnung der minimalen Abstände nach vorne und um 360°</a:t>
            </a:r>
          </a:p>
          <a:p>
            <a:pPr lvl="3"/>
            <a:endParaRPr lang="de-DE" dirty="0"/>
          </a:p>
          <a:p>
            <a:pPr lvl="3"/>
            <a:r>
              <a:rPr lang="de-DE" dirty="0"/>
              <a:t>Entscheidung anhand von Lidar-Daten, ob der Roboter nach links oder rechts ausweichen soll</a:t>
            </a:r>
          </a:p>
          <a:p>
            <a:pPr lvl="3"/>
            <a:endParaRPr lang="de-DE" dirty="0"/>
          </a:p>
          <a:p>
            <a:pPr lvl="3"/>
            <a:r>
              <a:rPr lang="de-DE" dirty="0"/>
              <a:t>Veröffentlichung der Abstands- und Richtungsinformation für  nachfolgende Verarbeitungsschritte</a:t>
            </a:r>
          </a:p>
          <a:p>
            <a:pPr lvl="3"/>
            <a:endParaRPr lang="de-DE" dirty="0"/>
          </a:p>
        </p:txBody>
      </p:sp>
      <p:pic>
        <p:nvPicPr>
          <p:cNvPr id="9" name="Bild 8">
            <a:extLst>
              <a:ext uri="{FF2B5EF4-FFF2-40B4-BE49-F238E27FC236}">
                <a16:creationId xmlns:a16="http://schemas.microsoft.com/office/drawing/2014/main" id="{61BB2E40-5DAA-7B53-DE5A-D7D55A962537}"/>
              </a:ext>
            </a:extLst>
          </p:cNvPr>
          <p:cNvPicPr>
            <a:picLocks noChangeAspect="1"/>
          </p:cNvPicPr>
          <p:nvPr/>
        </p:nvPicPr>
        <p:blipFill>
          <a:blip r:embed="rId3"/>
          <a:srcRect/>
          <a:stretch/>
        </p:blipFill>
        <p:spPr>
          <a:xfrm>
            <a:off x="4747655" y="3165002"/>
            <a:ext cx="2696688" cy="2620606"/>
          </a:xfrm>
          <a:prstGeom prst="rect">
            <a:avLst/>
          </a:prstGeom>
        </p:spPr>
      </p:pic>
      <p:sp>
        <p:nvSpPr>
          <p:cNvPr id="11" name="Inhaltsplatzhalter 1">
            <a:extLst>
              <a:ext uri="{FF2B5EF4-FFF2-40B4-BE49-F238E27FC236}">
                <a16:creationId xmlns:a16="http://schemas.microsoft.com/office/drawing/2014/main" id="{5821002A-E380-9F73-F5C7-16081CB5711D}"/>
              </a:ext>
            </a:extLst>
          </p:cNvPr>
          <p:cNvSpPr txBox="1">
            <a:spLocks/>
          </p:cNvSpPr>
          <p:nvPr/>
        </p:nvSpPr>
        <p:spPr>
          <a:xfrm>
            <a:off x="5237749" y="5988593"/>
            <a:ext cx="1716502" cy="194882"/>
          </a:xfrm>
          <a:prstGeom prst="rect">
            <a:avLst/>
          </a:prstGeom>
        </p:spPr>
        <p:txBody>
          <a:bodyPr vert="horz" lIns="0" tIns="0" rIns="0" bIns="0" rtlCol="0">
            <a:noAutofit/>
          </a:bodyPr>
          <a:lstStyle>
            <a:lvl1pPr marL="0" indent="0" algn="l" defTabSz="914400" rtl="0" eaLnBrk="1" latinLnBrk="0" hangingPunct="1">
              <a:lnSpc>
                <a:spcPts val="2600"/>
              </a:lnSpc>
              <a:spcBef>
                <a:spcPts val="0"/>
              </a:spcBef>
              <a:buFont typeface="Arial"/>
              <a:buNone/>
              <a:defRPr sz="2400" b="1" kern="1200" baseline="0">
                <a:solidFill>
                  <a:srgbClr val="575756"/>
                </a:solidFill>
                <a:latin typeface="Calibri" charset="0"/>
                <a:ea typeface="Calibri" charset="0"/>
                <a:cs typeface="Calibri" charset="0"/>
              </a:defRPr>
            </a:lvl1pPr>
            <a:lvl2pPr marL="0" indent="0" algn="l" defTabSz="914400" rtl="0" eaLnBrk="1" latinLnBrk="0" hangingPunct="1">
              <a:lnSpc>
                <a:spcPts val="2000"/>
              </a:lnSpc>
              <a:spcBef>
                <a:spcPts val="0"/>
              </a:spcBef>
              <a:buFont typeface="Arial"/>
              <a:buNone/>
              <a:defRPr sz="1800" b="1" kern="1200" baseline="0">
                <a:solidFill>
                  <a:schemeClr val="tx1"/>
                </a:solidFill>
                <a:latin typeface="Calibri" charset="0"/>
                <a:ea typeface="Calibri" charset="0"/>
                <a:cs typeface="Calibri" charset="0"/>
              </a:defRPr>
            </a:lvl2pPr>
            <a:lvl3pPr marL="0" marR="0" indent="0" algn="l" defTabSz="914400" rtl="0" eaLnBrk="1" fontAlgn="auto" latinLnBrk="0" hangingPunct="1">
              <a:lnSpc>
                <a:spcPts val="2000"/>
              </a:lnSpc>
              <a:spcBef>
                <a:spcPts val="0"/>
              </a:spcBef>
              <a:spcAft>
                <a:spcPts val="0"/>
              </a:spcAft>
              <a:buClrTx/>
              <a:buSzTx/>
              <a:buFont typeface="Wingdings" charset="2"/>
              <a:buNone/>
              <a:tabLst/>
              <a:defRPr sz="1800" kern="1200" baseline="0">
                <a:solidFill>
                  <a:schemeClr val="tx1"/>
                </a:solidFill>
                <a:latin typeface="Calibri" charset="0"/>
                <a:ea typeface="Calibri" charset="0"/>
                <a:cs typeface="Calibri" charset="0"/>
              </a:defRPr>
            </a:lvl3pPr>
            <a:lvl4pPr marL="216000" indent="-216000" algn="l" defTabSz="914400" rtl="0" eaLnBrk="1" latinLnBrk="0" hangingPunct="1">
              <a:lnSpc>
                <a:spcPts val="2000"/>
              </a:lnSpc>
              <a:spcBef>
                <a:spcPts val="0"/>
              </a:spcBef>
              <a:buClr>
                <a:srgbClr val="A8A8A7"/>
              </a:buClr>
              <a:buSzPct val="68000"/>
              <a:buFontTx/>
              <a:buBlip>
                <a:blip r:embed="rId4"/>
              </a:buBlip>
              <a:tabLst>
                <a:tab pos="173038" algn="l"/>
              </a:tabLst>
              <a:defRPr sz="1800" kern="1200" baseline="0">
                <a:solidFill>
                  <a:schemeClr val="tx1"/>
                </a:solidFill>
                <a:latin typeface="+mn-lt"/>
                <a:ea typeface="+mn-ea"/>
                <a:cs typeface="+mn-cs"/>
              </a:defRPr>
            </a:lvl4pPr>
            <a:lvl5pPr marL="439200" indent="-216000" algn="l" defTabSz="914400" rtl="0" eaLnBrk="1" latinLnBrk="0" hangingPunct="1">
              <a:lnSpc>
                <a:spcPts val="2000"/>
              </a:lnSpc>
              <a:spcBef>
                <a:spcPts val="0"/>
              </a:spcBef>
              <a:buFont typeface="Symbol" charset="2"/>
              <a:buChar char="-"/>
              <a:tabLst/>
              <a:defRPr sz="18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lvl="2">
              <a:defRPr/>
            </a:pPr>
            <a:r>
              <a:rPr lang="de-DE" dirty="0"/>
              <a:t>Sichtfeld </a:t>
            </a:r>
            <a:r>
              <a:rPr lang="de-DE" dirty="0" err="1"/>
              <a:t>Turtlebot</a:t>
            </a:r>
            <a:endParaRPr lang="de-DE" dirty="0"/>
          </a:p>
        </p:txBody>
      </p:sp>
      <p:sp>
        <p:nvSpPr>
          <p:cNvPr id="2" name="Inhaltsplatzhalter 1">
            <a:extLst>
              <a:ext uri="{FF2B5EF4-FFF2-40B4-BE49-F238E27FC236}">
                <a16:creationId xmlns:a16="http://schemas.microsoft.com/office/drawing/2014/main" id="{547B7862-E45D-5820-9AFB-7A841DFC60C3}"/>
              </a:ext>
            </a:extLst>
          </p:cNvPr>
          <p:cNvSpPr txBox="1">
            <a:spLocks/>
          </p:cNvSpPr>
          <p:nvPr/>
        </p:nvSpPr>
        <p:spPr>
          <a:xfrm>
            <a:off x="1163638" y="674525"/>
            <a:ext cx="9864725" cy="289838"/>
          </a:xfrm>
          <a:prstGeom prst="rect">
            <a:avLst/>
          </a:prstGeom>
        </p:spPr>
        <p:txBody>
          <a:bodyPr vert="horz" lIns="0" tIns="0" rIns="0" bIns="0" rtlCol="0">
            <a:noAutofit/>
          </a:bodyPr>
          <a:lstStyle>
            <a:lvl1pPr marL="0" indent="0" algn="l" defTabSz="914400" rtl="0" eaLnBrk="1" latinLnBrk="0" hangingPunct="1">
              <a:lnSpc>
                <a:spcPts val="2600"/>
              </a:lnSpc>
              <a:spcBef>
                <a:spcPts val="0"/>
              </a:spcBef>
              <a:buFont typeface="Arial"/>
              <a:buNone/>
              <a:defRPr sz="2400" b="1" kern="1200" baseline="0">
                <a:solidFill>
                  <a:srgbClr val="575756"/>
                </a:solidFill>
                <a:latin typeface="Calibri" charset="0"/>
                <a:ea typeface="Calibri" charset="0"/>
                <a:cs typeface="Calibri" charset="0"/>
              </a:defRPr>
            </a:lvl1pPr>
            <a:lvl2pPr marL="0" indent="0" algn="l" defTabSz="914400" rtl="0" eaLnBrk="1" latinLnBrk="0" hangingPunct="1">
              <a:lnSpc>
                <a:spcPts val="2000"/>
              </a:lnSpc>
              <a:spcBef>
                <a:spcPts val="0"/>
              </a:spcBef>
              <a:buFont typeface="Arial"/>
              <a:buNone/>
              <a:defRPr sz="1800" b="1" kern="1200" baseline="0">
                <a:solidFill>
                  <a:schemeClr val="tx1"/>
                </a:solidFill>
                <a:latin typeface="Calibri" charset="0"/>
                <a:ea typeface="Calibri" charset="0"/>
                <a:cs typeface="Calibri" charset="0"/>
              </a:defRPr>
            </a:lvl2pPr>
            <a:lvl3pPr marL="0" marR="0" indent="0" algn="l" defTabSz="914400" rtl="0" eaLnBrk="1" fontAlgn="auto" latinLnBrk="0" hangingPunct="1">
              <a:lnSpc>
                <a:spcPts val="2000"/>
              </a:lnSpc>
              <a:spcBef>
                <a:spcPts val="0"/>
              </a:spcBef>
              <a:spcAft>
                <a:spcPts val="0"/>
              </a:spcAft>
              <a:buClrTx/>
              <a:buSzTx/>
              <a:buFont typeface="Wingdings" charset="2"/>
              <a:buNone/>
              <a:tabLst/>
              <a:defRPr sz="1800" kern="1200" baseline="0">
                <a:solidFill>
                  <a:schemeClr val="tx1"/>
                </a:solidFill>
                <a:latin typeface="Calibri" charset="0"/>
                <a:ea typeface="Calibri" charset="0"/>
                <a:cs typeface="Calibri" charset="0"/>
              </a:defRPr>
            </a:lvl3pPr>
            <a:lvl4pPr marL="216000" marR="0" indent="-216000" algn="l" defTabSz="914400" rtl="0" eaLnBrk="1" fontAlgn="auto" latinLnBrk="0" hangingPunct="1">
              <a:lnSpc>
                <a:spcPts val="2000"/>
              </a:lnSpc>
              <a:spcBef>
                <a:spcPts val="0"/>
              </a:spcBef>
              <a:spcAft>
                <a:spcPts val="0"/>
              </a:spcAft>
              <a:buClr>
                <a:srgbClr val="A8A8A7"/>
              </a:buClr>
              <a:buSzPct val="68000"/>
              <a:buFontTx/>
              <a:buBlip>
                <a:blip r:embed="rId5"/>
              </a:buBlip>
              <a:tabLst>
                <a:tab pos="173038" algn="l"/>
              </a:tabLst>
              <a:defRPr sz="1800" kern="1200" baseline="0">
                <a:solidFill>
                  <a:schemeClr val="tx1"/>
                </a:solidFill>
                <a:latin typeface="+mn-lt"/>
                <a:ea typeface="+mn-ea"/>
                <a:cs typeface="+mn-cs"/>
              </a:defRPr>
            </a:lvl4pPr>
            <a:lvl5pPr marL="439200" indent="-216000" algn="l" defTabSz="914400" rtl="0" eaLnBrk="1" latinLnBrk="0" hangingPunct="1">
              <a:lnSpc>
                <a:spcPts val="2000"/>
              </a:lnSpc>
              <a:spcBef>
                <a:spcPts val="0"/>
              </a:spcBef>
              <a:buFont typeface="Symbol" charset="2"/>
              <a:buChar char="-"/>
              <a:tabLst/>
              <a:defRPr sz="18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de-DE" dirty="0" err="1"/>
              <a:t>Birdseye_With_LiDAR_Node</a:t>
            </a:r>
            <a:endParaRPr lang="de-DE" dirty="0"/>
          </a:p>
        </p:txBody>
      </p:sp>
      <p:graphicFrame>
        <p:nvGraphicFramePr>
          <p:cNvPr id="3" name="Diagramm 2">
            <a:extLst>
              <a:ext uri="{FF2B5EF4-FFF2-40B4-BE49-F238E27FC236}">
                <a16:creationId xmlns:a16="http://schemas.microsoft.com/office/drawing/2014/main" id="{9745D8B2-5CD4-2E6D-37CB-0AC1C62367B1}"/>
              </a:ext>
            </a:extLst>
          </p:cNvPr>
          <p:cNvGraphicFramePr/>
          <p:nvPr>
            <p:extLst>
              <p:ext uri="{D42A27DB-BD31-4B8C-83A1-F6EECF244321}">
                <p14:modId xmlns:p14="http://schemas.microsoft.com/office/powerpoint/2010/main" val="3805343207"/>
              </p:ext>
            </p:extLst>
          </p:nvPr>
        </p:nvGraphicFramePr>
        <p:xfrm>
          <a:off x="4783596" y="340066"/>
          <a:ext cx="6244765" cy="759814"/>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28832337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7E92CC-EA63-BB2F-15C1-4C489D83660B}"/>
            </a:ext>
          </a:extLst>
        </p:cNvPr>
        <p:cNvGrpSpPr/>
        <p:nvPr/>
      </p:nvGrpSpPr>
      <p:grpSpPr>
        <a:xfrm>
          <a:off x="0" y="0"/>
          <a:ext cx="0" cy="0"/>
          <a:chOff x="0" y="0"/>
          <a:chExt cx="0" cy="0"/>
        </a:xfrm>
      </p:grpSpPr>
      <p:sp>
        <p:nvSpPr>
          <p:cNvPr id="8" name="Inhaltsplatzhalter 1">
            <a:extLst>
              <a:ext uri="{FF2B5EF4-FFF2-40B4-BE49-F238E27FC236}">
                <a16:creationId xmlns:a16="http://schemas.microsoft.com/office/drawing/2014/main" id="{7B2D8044-E6DC-880A-967E-BB7BC3D2C889}"/>
              </a:ext>
            </a:extLst>
          </p:cNvPr>
          <p:cNvSpPr>
            <a:spLocks noGrp="1"/>
          </p:cNvSpPr>
          <p:nvPr>
            <p:ph idx="1"/>
          </p:nvPr>
        </p:nvSpPr>
        <p:spPr>
          <a:xfrm>
            <a:off x="1163637" y="1196975"/>
            <a:ext cx="9864725" cy="5145768"/>
          </a:xfrm>
        </p:spPr>
        <p:txBody>
          <a:bodyPr/>
          <a:lstStyle/>
          <a:p>
            <a:pPr lvl="3"/>
            <a:r>
              <a:rPr lang="de-DE" dirty="0"/>
              <a:t>Ist zuständig für das Erkennen der Fahrbahn, das Fahren und Umfahren</a:t>
            </a:r>
          </a:p>
          <a:p>
            <a:pPr lvl="3"/>
            <a:endParaRPr lang="de-DE" dirty="0"/>
          </a:p>
          <a:p>
            <a:pPr lvl="3"/>
            <a:r>
              <a:rPr lang="de-DE" dirty="0"/>
              <a:t>Verarbeitung des Bildes aus der Vogelperspektive, um eine Spur zu erkennen</a:t>
            </a:r>
          </a:p>
          <a:p>
            <a:pPr lvl="3"/>
            <a:endParaRPr lang="de-DE" dirty="0"/>
          </a:p>
          <a:p>
            <a:pPr lvl="4"/>
            <a:r>
              <a:rPr lang="de-DE" dirty="0"/>
              <a:t>Farbfilterung im HSV-Farbraum zur Detektion gelber Markierungen -&gt; </a:t>
            </a:r>
            <a:r>
              <a:rPr lang="de-DE" i="1" dirty="0" err="1"/>
              <a:t>inRange</a:t>
            </a:r>
            <a:r>
              <a:rPr lang="de-DE" i="1" dirty="0"/>
              <a:t>()</a:t>
            </a:r>
          </a:p>
          <a:p>
            <a:pPr lvl="4"/>
            <a:r>
              <a:rPr lang="de-DE" dirty="0"/>
              <a:t>Verbesserungen der Konturen -&gt; </a:t>
            </a:r>
            <a:r>
              <a:rPr lang="de-DE" i="1" dirty="0" err="1"/>
              <a:t>morphologyEx</a:t>
            </a:r>
            <a:r>
              <a:rPr lang="de-DE" i="1" dirty="0"/>
              <a:t>()</a:t>
            </a:r>
          </a:p>
          <a:p>
            <a:pPr lvl="4"/>
            <a:r>
              <a:rPr lang="de-DE" dirty="0"/>
              <a:t>Konturanalyse zur Identifikation der Fahrspurbegrenzungen -&gt; </a:t>
            </a:r>
            <a:r>
              <a:rPr lang="de-DE" i="1" dirty="0" err="1"/>
              <a:t>findContours</a:t>
            </a:r>
            <a:r>
              <a:rPr lang="de-DE" i="1" dirty="0"/>
              <a:t>()</a:t>
            </a:r>
          </a:p>
          <a:p>
            <a:pPr lvl="4"/>
            <a:endParaRPr lang="de-DE" i="1" dirty="0"/>
          </a:p>
          <a:p>
            <a:pPr lvl="3"/>
            <a:r>
              <a:rPr lang="de-DE" dirty="0"/>
              <a:t>Filterung der Konturen</a:t>
            </a:r>
          </a:p>
          <a:p>
            <a:pPr lvl="3"/>
            <a:endParaRPr lang="de-DE" dirty="0"/>
          </a:p>
          <a:p>
            <a:pPr lvl="3"/>
            <a:r>
              <a:rPr lang="de-DE" dirty="0"/>
              <a:t>Bestimmung der Mitten der Konturen</a:t>
            </a:r>
          </a:p>
          <a:p>
            <a:pPr lvl="3"/>
            <a:endParaRPr lang="de-DE" dirty="0"/>
          </a:p>
          <a:p>
            <a:pPr lvl="3"/>
            <a:r>
              <a:rPr lang="de-DE" dirty="0"/>
              <a:t>Bestimmung der Mitte der Fahrbahn</a:t>
            </a:r>
          </a:p>
          <a:p>
            <a:pPr lvl="3"/>
            <a:endParaRPr lang="de-DE" dirty="0"/>
          </a:p>
        </p:txBody>
      </p:sp>
      <p:sp>
        <p:nvSpPr>
          <p:cNvPr id="2" name="Inhaltsplatzhalter 1">
            <a:extLst>
              <a:ext uri="{FF2B5EF4-FFF2-40B4-BE49-F238E27FC236}">
                <a16:creationId xmlns:a16="http://schemas.microsoft.com/office/drawing/2014/main" id="{9927949A-CC85-7346-17EE-0A1734C7A127}"/>
              </a:ext>
            </a:extLst>
          </p:cNvPr>
          <p:cNvSpPr txBox="1">
            <a:spLocks/>
          </p:cNvSpPr>
          <p:nvPr/>
        </p:nvSpPr>
        <p:spPr>
          <a:xfrm>
            <a:off x="1163638" y="674525"/>
            <a:ext cx="9864725" cy="289838"/>
          </a:xfrm>
          <a:prstGeom prst="rect">
            <a:avLst/>
          </a:prstGeom>
        </p:spPr>
        <p:txBody>
          <a:bodyPr vert="horz" lIns="0" tIns="0" rIns="0" bIns="0" rtlCol="0">
            <a:noAutofit/>
          </a:bodyPr>
          <a:lstStyle>
            <a:lvl1pPr marL="0" indent="0" algn="l" defTabSz="914400" rtl="0" eaLnBrk="1" latinLnBrk="0" hangingPunct="1">
              <a:lnSpc>
                <a:spcPts val="2600"/>
              </a:lnSpc>
              <a:spcBef>
                <a:spcPts val="0"/>
              </a:spcBef>
              <a:buFont typeface="Arial"/>
              <a:buNone/>
              <a:defRPr sz="2400" b="1" kern="1200" baseline="0">
                <a:solidFill>
                  <a:srgbClr val="575756"/>
                </a:solidFill>
                <a:latin typeface="Calibri" charset="0"/>
                <a:ea typeface="Calibri" charset="0"/>
                <a:cs typeface="Calibri" charset="0"/>
              </a:defRPr>
            </a:lvl1pPr>
            <a:lvl2pPr marL="0" indent="0" algn="l" defTabSz="914400" rtl="0" eaLnBrk="1" latinLnBrk="0" hangingPunct="1">
              <a:lnSpc>
                <a:spcPts val="2000"/>
              </a:lnSpc>
              <a:spcBef>
                <a:spcPts val="0"/>
              </a:spcBef>
              <a:buFont typeface="Arial"/>
              <a:buNone/>
              <a:defRPr sz="1800" b="1" kern="1200" baseline="0">
                <a:solidFill>
                  <a:schemeClr val="tx1"/>
                </a:solidFill>
                <a:latin typeface="Calibri" charset="0"/>
                <a:ea typeface="Calibri" charset="0"/>
                <a:cs typeface="Calibri" charset="0"/>
              </a:defRPr>
            </a:lvl2pPr>
            <a:lvl3pPr marL="0" marR="0" indent="0" algn="l" defTabSz="914400" rtl="0" eaLnBrk="1" fontAlgn="auto" latinLnBrk="0" hangingPunct="1">
              <a:lnSpc>
                <a:spcPts val="2000"/>
              </a:lnSpc>
              <a:spcBef>
                <a:spcPts val="0"/>
              </a:spcBef>
              <a:spcAft>
                <a:spcPts val="0"/>
              </a:spcAft>
              <a:buClrTx/>
              <a:buSzTx/>
              <a:buFont typeface="Wingdings" charset="2"/>
              <a:buNone/>
              <a:tabLst/>
              <a:defRPr sz="1800" kern="1200" baseline="0">
                <a:solidFill>
                  <a:schemeClr val="tx1"/>
                </a:solidFill>
                <a:latin typeface="Calibri" charset="0"/>
                <a:ea typeface="Calibri" charset="0"/>
                <a:cs typeface="Calibri" charset="0"/>
              </a:defRPr>
            </a:lvl3pPr>
            <a:lvl4pPr marL="216000" marR="0" indent="-216000" algn="l" defTabSz="914400" rtl="0" eaLnBrk="1" fontAlgn="auto" latinLnBrk="0" hangingPunct="1">
              <a:lnSpc>
                <a:spcPts val="2000"/>
              </a:lnSpc>
              <a:spcBef>
                <a:spcPts val="0"/>
              </a:spcBef>
              <a:spcAft>
                <a:spcPts val="0"/>
              </a:spcAft>
              <a:buClr>
                <a:srgbClr val="A8A8A7"/>
              </a:buClr>
              <a:buSzPct val="68000"/>
              <a:buFontTx/>
              <a:buBlip>
                <a:blip r:embed="rId3"/>
              </a:buBlip>
              <a:tabLst>
                <a:tab pos="173038" algn="l"/>
              </a:tabLst>
              <a:defRPr sz="1800" kern="1200" baseline="0">
                <a:solidFill>
                  <a:schemeClr val="tx1"/>
                </a:solidFill>
                <a:latin typeface="+mn-lt"/>
                <a:ea typeface="+mn-ea"/>
                <a:cs typeface="+mn-cs"/>
              </a:defRPr>
            </a:lvl4pPr>
            <a:lvl5pPr marL="439200" indent="-216000" algn="l" defTabSz="914400" rtl="0" eaLnBrk="1" latinLnBrk="0" hangingPunct="1">
              <a:lnSpc>
                <a:spcPts val="2000"/>
              </a:lnSpc>
              <a:spcBef>
                <a:spcPts val="0"/>
              </a:spcBef>
              <a:buFont typeface="Symbol" charset="2"/>
              <a:buChar char="-"/>
              <a:tabLst/>
              <a:defRPr sz="18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de-DE" dirty="0" err="1"/>
              <a:t>Follow_Line_Node</a:t>
            </a:r>
            <a:endParaRPr lang="de-DE" dirty="0"/>
          </a:p>
        </p:txBody>
      </p:sp>
      <p:sp>
        <p:nvSpPr>
          <p:cNvPr id="7" name="Inhaltsplatzhalter 1">
            <a:extLst>
              <a:ext uri="{FF2B5EF4-FFF2-40B4-BE49-F238E27FC236}">
                <a16:creationId xmlns:a16="http://schemas.microsoft.com/office/drawing/2014/main" id="{ECF312D4-97DF-6E4F-934C-5FF5C9AE8992}"/>
              </a:ext>
            </a:extLst>
          </p:cNvPr>
          <p:cNvSpPr txBox="1">
            <a:spLocks/>
          </p:cNvSpPr>
          <p:nvPr/>
        </p:nvSpPr>
        <p:spPr>
          <a:xfrm>
            <a:off x="6166079" y="5390460"/>
            <a:ext cx="1913391" cy="506403"/>
          </a:xfrm>
          <a:prstGeom prst="rect">
            <a:avLst/>
          </a:prstGeom>
        </p:spPr>
        <p:txBody>
          <a:bodyPr vert="horz" lIns="0" tIns="0" rIns="0" bIns="0" rtlCol="0">
            <a:noAutofit/>
          </a:bodyPr>
          <a:lstStyle>
            <a:lvl1pPr marL="0" indent="0" algn="l" defTabSz="914400" rtl="0" eaLnBrk="1" latinLnBrk="0" hangingPunct="1">
              <a:lnSpc>
                <a:spcPts val="2600"/>
              </a:lnSpc>
              <a:spcBef>
                <a:spcPts val="0"/>
              </a:spcBef>
              <a:buFont typeface="Arial"/>
              <a:buNone/>
              <a:defRPr sz="2400" b="1" kern="1200" baseline="0">
                <a:solidFill>
                  <a:srgbClr val="575756"/>
                </a:solidFill>
                <a:latin typeface="Calibri" charset="0"/>
                <a:ea typeface="Calibri" charset="0"/>
                <a:cs typeface="Calibri" charset="0"/>
              </a:defRPr>
            </a:lvl1pPr>
            <a:lvl2pPr marL="0" indent="0" algn="l" defTabSz="914400" rtl="0" eaLnBrk="1" latinLnBrk="0" hangingPunct="1">
              <a:lnSpc>
                <a:spcPts val="2000"/>
              </a:lnSpc>
              <a:spcBef>
                <a:spcPts val="0"/>
              </a:spcBef>
              <a:buFont typeface="Arial"/>
              <a:buNone/>
              <a:defRPr sz="1800" b="1" kern="1200" baseline="0">
                <a:solidFill>
                  <a:schemeClr val="tx1"/>
                </a:solidFill>
                <a:latin typeface="Calibri" charset="0"/>
                <a:ea typeface="Calibri" charset="0"/>
                <a:cs typeface="Calibri" charset="0"/>
              </a:defRPr>
            </a:lvl2pPr>
            <a:lvl3pPr marL="0" marR="0" indent="0" algn="l" defTabSz="914400" rtl="0" eaLnBrk="1" fontAlgn="auto" latinLnBrk="0" hangingPunct="1">
              <a:lnSpc>
                <a:spcPts val="2000"/>
              </a:lnSpc>
              <a:spcBef>
                <a:spcPts val="0"/>
              </a:spcBef>
              <a:spcAft>
                <a:spcPts val="0"/>
              </a:spcAft>
              <a:buClrTx/>
              <a:buSzTx/>
              <a:buFont typeface="Wingdings" charset="2"/>
              <a:buNone/>
              <a:tabLst/>
              <a:defRPr sz="1800" kern="1200" baseline="0">
                <a:solidFill>
                  <a:schemeClr val="tx1"/>
                </a:solidFill>
                <a:latin typeface="Calibri" charset="0"/>
                <a:ea typeface="Calibri" charset="0"/>
                <a:cs typeface="Calibri" charset="0"/>
              </a:defRPr>
            </a:lvl3pPr>
            <a:lvl4pPr marL="216000" indent="-216000" algn="l" defTabSz="914400" rtl="0" eaLnBrk="1" latinLnBrk="0" hangingPunct="1">
              <a:lnSpc>
                <a:spcPts val="2000"/>
              </a:lnSpc>
              <a:spcBef>
                <a:spcPts val="0"/>
              </a:spcBef>
              <a:buClr>
                <a:srgbClr val="A8A8A7"/>
              </a:buClr>
              <a:buSzPct val="68000"/>
              <a:buFontTx/>
              <a:buBlip>
                <a:blip r:embed="rId4"/>
              </a:buBlip>
              <a:tabLst>
                <a:tab pos="173038" algn="l"/>
              </a:tabLst>
              <a:defRPr sz="1800" kern="1200" baseline="0">
                <a:solidFill>
                  <a:schemeClr val="tx1"/>
                </a:solidFill>
                <a:latin typeface="+mn-lt"/>
                <a:ea typeface="+mn-ea"/>
                <a:cs typeface="+mn-cs"/>
              </a:defRPr>
            </a:lvl4pPr>
            <a:lvl5pPr marL="439200" indent="-216000" algn="l" defTabSz="914400" rtl="0" eaLnBrk="1" latinLnBrk="0" hangingPunct="1">
              <a:lnSpc>
                <a:spcPts val="2000"/>
              </a:lnSpc>
              <a:spcBef>
                <a:spcPts val="0"/>
              </a:spcBef>
              <a:buFont typeface="Symbol" charset="2"/>
              <a:buChar char="-"/>
              <a:tabLst/>
              <a:defRPr sz="18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lvl="2" algn="ctr">
              <a:defRPr/>
            </a:pPr>
            <a:r>
              <a:rPr lang="de-DE" dirty="0"/>
              <a:t>MORPH_OPEN</a:t>
            </a:r>
          </a:p>
        </p:txBody>
      </p:sp>
      <p:pic>
        <p:nvPicPr>
          <p:cNvPr id="9" name="Bild 8">
            <a:extLst>
              <a:ext uri="{FF2B5EF4-FFF2-40B4-BE49-F238E27FC236}">
                <a16:creationId xmlns:a16="http://schemas.microsoft.com/office/drawing/2014/main" id="{E2E2A11B-97D5-13B7-275A-BC01D9360329}"/>
              </a:ext>
            </a:extLst>
          </p:cNvPr>
          <p:cNvPicPr>
            <a:picLocks noChangeAspect="1"/>
          </p:cNvPicPr>
          <p:nvPr/>
        </p:nvPicPr>
        <p:blipFill>
          <a:blip r:embed="rId5"/>
          <a:srcRect/>
          <a:stretch/>
        </p:blipFill>
        <p:spPr>
          <a:xfrm>
            <a:off x="6096000" y="3815801"/>
            <a:ext cx="2058667" cy="1378571"/>
          </a:xfrm>
          <a:prstGeom prst="rect">
            <a:avLst/>
          </a:prstGeom>
        </p:spPr>
      </p:pic>
      <p:pic>
        <p:nvPicPr>
          <p:cNvPr id="10" name="Bild 8">
            <a:extLst>
              <a:ext uri="{FF2B5EF4-FFF2-40B4-BE49-F238E27FC236}">
                <a16:creationId xmlns:a16="http://schemas.microsoft.com/office/drawing/2014/main" id="{74DB82F9-0233-CBB9-C06F-4EAED708D560}"/>
              </a:ext>
            </a:extLst>
          </p:cNvPr>
          <p:cNvPicPr>
            <a:picLocks noChangeAspect="1"/>
          </p:cNvPicPr>
          <p:nvPr/>
        </p:nvPicPr>
        <p:blipFill>
          <a:blip r:embed="rId6"/>
          <a:srcRect/>
          <a:stretch/>
        </p:blipFill>
        <p:spPr>
          <a:xfrm>
            <a:off x="8969695" y="3815801"/>
            <a:ext cx="2058667" cy="1378571"/>
          </a:xfrm>
          <a:prstGeom prst="rect">
            <a:avLst/>
          </a:prstGeom>
        </p:spPr>
      </p:pic>
      <p:sp>
        <p:nvSpPr>
          <p:cNvPr id="11" name="Inhaltsplatzhalter 1">
            <a:extLst>
              <a:ext uri="{FF2B5EF4-FFF2-40B4-BE49-F238E27FC236}">
                <a16:creationId xmlns:a16="http://schemas.microsoft.com/office/drawing/2014/main" id="{E8B5BC60-C265-C629-C1C8-40B872799885}"/>
              </a:ext>
            </a:extLst>
          </p:cNvPr>
          <p:cNvSpPr txBox="1">
            <a:spLocks/>
          </p:cNvSpPr>
          <p:nvPr/>
        </p:nvSpPr>
        <p:spPr>
          <a:xfrm>
            <a:off x="9029631" y="5390460"/>
            <a:ext cx="1913391" cy="506403"/>
          </a:xfrm>
          <a:prstGeom prst="rect">
            <a:avLst/>
          </a:prstGeom>
        </p:spPr>
        <p:txBody>
          <a:bodyPr vert="horz" lIns="0" tIns="0" rIns="0" bIns="0" rtlCol="0">
            <a:noAutofit/>
          </a:bodyPr>
          <a:lstStyle>
            <a:lvl1pPr marL="0" indent="0" algn="l" defTabSz="914400" rtl="0" eaLnBrk="1" latinLnBrk="0" hangingPunct="1">
              <a:lnSpc>
                <a:spcPts val="2600"/>
              </a:lnSpc>
              <a:spcBef>
                <a:spcPts val="0"/>
              </a:spcBef>
              <a:buFont typeface="Arial"/>
              <a:buNone/>
              <a:defRPr sz="2400" b="1" kern="1200" baseline="0">
                <a:solidFill>
                  <a:srgbClr val="575756"/>
                </a:solidFill>
                <a:latin typeface="Calibri" charset="0"/>
                <a:ea typeface="Calibri" charset="0"/>
                <a:cs typeface="Calibri" charset="0"/>
              </a:defRPr>
            </a:lvl1pPr>
            <a:lvl2pPr marL="0" indent="0" algn="l" defTabSz="914400" rtl="0" eaLnBrk="1" latinLnBrk="0" hangingPunct="1">
              <a:lnSpc>
                <a:spcPts val="2000"/>
              </a:lnSpc>
              <a:spcBef>
                <a:spcPts val="0"/>
              </a:spcBef>
              <a:buFont typeface="Arial"/>
              <a:buNone/>
              <a:defRPr sz="1800" b="1" kern="1200" baseline="0">
                <a:solidFill>
                  <a:schemeClr val="tx1"/>
                </a:solidFill>
                <a:latin typeface="Calibri" charset="0"/>
                <a:ea typeface="Calibri" charset="0"/>
                <a:cs typeface="Calibri" charset="0"/>
              </a:defRPr>
            </a:lvl2pPr>
            <a:lvl3pPr marL="0" marR="0" indent="0" algn="l" defTabSz="914400" rtl="0" eaLnBrk="1" fontAlgn="auto" latinLnBrk="0" hangingPunct="1">
              <a:lnSpc>
                <a:spcPts val="2000"/>
              </a:lnSpc>
              <a:spcBef>
                <a:spcPts val="0"/>
              </a:spcBef>
              <a:spcAft>
                <a:spcPts val="0"/>
              </a:spcAft>
              <a:buClrTx/>
              <a:buSzTx/>
              <a:buFont typeface="Wingdings" charset="2"/>
              <a:buNone/>
              <a:tabLst/>
              <a:defRPr sz="1800" kern="1200" baseline="0">
                <a:solidFill>
                  <a:schemeClr val="tx1"/>
                </a:solidFill>
                <a:latin typeface="Calibri" charset="0"/>
                <a:ea typeface="Calibri" charset="0"/>
                <a:cs typeface="Calibri" charset="0"/>
              </a:defRPr>
            </a:lvl3pPr>
            <a:lvl4pPr marL="216000" indent="-216000" algn="l" defTabSz="914400" rtl="0" eaLnBrk="1" latinLnBrk="0" hangingPunct="1">
              <a:lnSpc>
                <a:spcPts val="2000"/>
              </a:lnSpc>
              <a:spcBef>
                <a:spcPts val="0"/>
              </a:spcBef>
              <a:buClr>
                <a:srgbClr val="A8A8A7"/>
              </a:buClr>
              <a:buSzPct val="68000"/>
              <a:buFontTx/>
              <a:buBlip>
                <a:blip r:embed="rId4"/>
              </a:buBlip>
              <a:tabLst>
                <a:tab pos="173038" algn="l"/>
              </a:tabLst>
              <a:defRPr sz="1800" kern="1200" baseline="0">
                <a:solidFill>
                  <a:schemeClr val="tx1"/>
                </a:solidFill>
                <a:latin typeface="+mn-lt"/>
                <a:ea typeface="+mn-ea"/>
                <a:cs typeface="+mn-cs"/>
              </a:defRPr>
            </a:lvl4pPr>
            <a:lvl5pPr marL="439200" indent="-216000" algn="l" defTabSz="914400" rtl="0" eaLnBrk="1" latinLnBrk="0" hangingPunct="1">
              <a:lnSpc>
                <a:spcPts val="2000"/>
              </a:lnSpc>
              <a:spcBef>
                <a:spcPts val="0"/>
              </a:spcBef>
              <a:buFont typeface="Symbol" charset="2"/>
              <a:buChar char="-"/>
              <a:tabLst/>
              <a:defRPr sz="18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lvl="2" algn="ctr">
              <a:defRPr/>
            </a:pPr>
            <a:r>
              <a:rPr lang="de-DE" dirty="0"/>
              <a:t>MORPH_CLOSE</a:t>
            </a:r>
          </a:p>
        </p:txBody>
      </p:sp>
      <p:sp>
        <p:nvSpPr>
          <p:cNvPr id="12" name="Inhaltsplatzhalter 1">
            <a:extLst>
              <a:ext uri="{FF2B5EF4-FFF2-40B4-BE49-F238E27FC236}">
                <a16:creationId xmlns:a16="http://schemas.microsoft.com/office/drawing/2014/main" id="{D8436028-2E36-BCBE-35A4-C3BCF1A367A5}"/>
              </a:ext>
            </a:extLst>
          </p:cNvPr>
          <p:cNvSpPr txBox="1">
            <a:spLocks/>
          </p:cNvSpPr>
          <p:nvPr/>
        </p:nvSpPr>
        <p:spPr>
          <a:xfrm>
            <a:off x="6096000" y="5806079"/>
            <a:ext cx="4932363" cy="506403"/>
          </a:xfrm>
          <a:prstGeom prst="rect">
            <a:avLst/>
          </a:prstGeom>
        </p:spPr>
        <p:txBody>
          <a:bodyPr vert="horz" lIns="0" tIns="0" rIns="0" bIns="0" rtlCol="0">
            <a:noAutofit/>
          </a:bodyPr>
          <a:lstStyle>
            <a:lvl1pPr marL="0" indent="0" algn="l" defTabSz="914400" rtl="0" eaLnBrk="1" latinLnBrk="0" hangingPunct="1">
              <a:lnSpc>
                <a:spcPts val="2600"/>
              </a:lnSpc>
              <a:spcBef>
                <a:spcPts val="0"/>
              </a:spcBef>
              <a:buFont typeface="Arial"/>
              <a:buNone/>
              <a:defRPr sz="2400" b="1" kern="1200" baseline="0">
                <a:solidFill>
                  <a:srgbClr val="575756"/>
                </a:solidFill>
                <a:latin typeface="Calibri" charset="0"/>
                <a:ea typeface="Calibri" charset="0"/>
                <a:cs typeface="Calibri" charset="0"/>
              </a:defRPr>
            </a:lvl1pPr>
            <a:lvl2pPr marL="0" indent="0" algn="l" defTabSz="914400" rtl="0" eaLnBrk="1" latinLnBrk="0" hangingPunct="1">
              <a:lnSpc>
                <a:spcPts val="2000"/>
              </a:lnSpc>
              <a:spcBef>
                <a:spcPts val="0"/>
              </a:spcBef>
              <a:buFont typeface="Arial"/>
              <a:buNone/>
              <a:defRPr sz="1800" b="1" kern="1200" baseline="0">
                <a:solidFill>
                  <a:schemeClr val="tx1"/>
                </a:solidFill>
                <a:latin typeface="Calibri" charset="0"/>
                <a:ea typeface="Calibri" charset="0"/>
                <a:cs typeface="Calibri" charset="0"/>
              </a:defRPr>
            </a:lvl2pPr>
            <a:lvl3pPr marL="0" marR="0" indent="0" algn="l" defTabSz="914400" rtl="0" eaLnBrk="1" fontAlgn="auto" latinLnBrk="0" hangingPunct="1">
              <a:lnSpc>
                <a:spcPts val="2000"/>
              </a:lnSpc>
              <a:spcBef>
                <a:spcPts val="0"/>
              </a:spcBef>
              <a:spcAft>
                <a:spcPts val="0"/>
              </a:spcAft>
              <a:buClrTx/>
              <a:buSzTx/>
              <a:buFont typeface="Wingdings" charset="2"/>
              <a:buNone/>
              <a:tabLst/>
              <a:defRPr sz="1800" kern="1200" baseline="0">
                <a:solidFill>
                  <a:schemeClr val="tx1"/>
                </a:solidFill>
                <a:latin typeface="Calibri" charset="0"/>
                <a:ea typeface="Calibri" charset="0"/>
                <a:cs typeface="Calibri" charset="0"/>
              </a:defRPr>
            </a:lvl3pPr>
            <a:lvl4pPr marL="216000" indent="-216000" algn="l" defTabSz="914400" rtl="0" eaLnBrk="1" latinLnBrk="0" hangingPunct="1">
              <a:lnSpc>
                <a:spcPts val="2000"/>
              </a:lnSpc>
              <a:spcBef>
                <a:spcPts val="0"/>
              </a:spcBef>
              <a:buClr>
                <a:srgbClr val="A8A8A7"/>
              </a:buClr>
              <a:buSzPct val="68000"/>
              <a:buFontTx/>
              <a:buBlip>
                <a:blip r:embed="rId4"/>
              </a:buBlip>
              <a:tabLst>
                <a:tab pos="173038" algn="l"/>
              </a:tabLst>
              <a:defRPr sz="1800" kern="1200" baseline="0">
                <a:solidFill>
                  <a:schemeClr val="tx1"/>
                </a:solidFill>
                <a:latin typeface="+mn-lt"/>
                <a:ea typeface="+mn-ea"/>
                <a:cs typeface="+mn-cs"/>
              </a:defRPr>
            </a:lvl4pPr>
            <a:lvl5pPr marL="439200" indent="-216000" algn="l" defTabSz="914400" rtl="0" eaLnBrk="1" latinLnBrk="0" hangingPunct="1">
              <a:lnSpc>
                <a:spcPts val="2000"/>
              </a:lnSpc>
              <a:spcBef>
                <a:spcPts val="0"/>
              </a:spcBef>
              <a:buFont typeface="Symbol" charset="2"/>
              <a:buChar char="-"/>
              <a:tabLst/>
              <a:defRPr sz="18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lvl="2" algn="ctr">
              <a:defRPr/>
            </a:pPr>
            <a:r>
              <a:rPr lang="de-DE" sz="1200" dirty="0">
                <a:solidFill>
                  <a:schemeClr val="bg1">
                    <a:lumMod val="50000"/>
                  </a:schemeClr>
                </a:solidFill>
              </a:rPr>
              <a:t>https://docs.opencv.org/3.4/d3/dbe/tutorial_opening_closing_hats.html</a:t>
            </a:r>
          </a:p>
        </p:txBody>
      </p:sp>
      <p:graphicFrame>
        <p:nvGraphicFramePr>
          <p:cNvPr id="14" name="Diagramm 13">
            <a:extLst>
              <a:ext uri="{FF2B5EF4-FFF2-40B4-BE49-F238E27FC236}">
                <a16:creationId xmlns:a16="http://schemas.microsoft.com/office/drawing/2014/main" id="{6FF17622-ED77-BFDE-FDA0-35A72618E188}"/>
              </a:ext>
            </a:extLst>
          </p:cNvPr>
          <p:cNvGraphicFramePr/>
          <p:nvPr>
            <p:extLst>
              <p:ext uri="{D42A27DB-BD31-4B8C-83A1-F6EECF244321}">
                <p14:modId xmlns:p14="http://schemas.microsoft.com/office/powerpoint/2010/main" val="1950874508"/>
              </p:ext>
            </p:extLst>
          </p:nvPr>
        </p:nvGraphicFramePr>
        <p:xfrm>
          <a:off x="4783596" y="340066"/>
          <a:ext cx="6244765" cy="759814"/>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9717919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7F4E1-E661-5E97-0389-3CB609E11A13}"/>
            </a:ext>
          </a:extLst>
        </p:cNvPr>
        <p:cNvGrpSpPr/>
        <p:nvPr/>
      </p:nvGrpSpPr>
      <p:grpSpPr>
        <a:xfrm>
          <a:off x="0" y="0"/>
          <a:ext cx="0" cy="0"/>
          <a:chOff x="0" y="0"/>
          <a:chExt cx="0" cy="0"/>
        </a:xfrm>
      </p:grpSpPr>
      <p:pic>
        <p:nvPicPr>
          <p:cNvPr id="9" name="Bild 8">
            <a:extLst>
              <a:ext uri="{FF2B5EF4-FFF2-40B4-BE49-F238E27FC236}">
                <a16:creationId xmlns:a16="http://schemas.microsoft.com/office/drawing/2014/main" id="{4427C634-777E-4E54-5FFC-EA262323F850}"/>
              </a:ext>
            </a:extLst>
          </p:cNvPr>
          <p:cNvPicPr>
            <a:picLocks noChangeAspect="1"/>
          </p:cNvPicPr>
          <p:nvPr/>
        </p:nvPicPr>
        <p:blipFill>
          <a:blip r:embed="rId3"/>
          <a:srcRect/>
          <a:stretch/>
        </p:blipFill>
        <p:spPr>
          <a:xfrm>
            <a:off x="1632400" y="1196975"/>
            <a:ext cx="2058667" cy="1624250"/>
          </a:xfrm>
          <a:prstGeom prst="rect">
            <a:avLst/>
          </a:prstGeom>
        </p:spPr>
      </p:pic>
      <p:sp>
        <p:nvSpPr>
          <p:cNvPr id="11" name="Inhaltsplatzhalter 1">
            <a:extLst>
              <a:ext uri="{FF2B5EF4-FFF2-40B4-BE49-F238E27FC236}">
                <a16:creationId xmlns:a16="http://schemas.microsoft.com/office/drawing/2014/main" id="{68AA4D62-CB69-ADCD-90F4-ADB847C2BE0A}"/>
              </a:ext>
            </a:extLst>
          </p:cNvPr>
          <p:cNvSpPr txBox="1">
            <a:spLocks/>
          </p:cNvSpPr>
          <p:nvPr/>
        </p:nvSpPr>
        <p:spPr>
          <a:xfrm>
            <a:off x="1715180" y="6202585"/>
            <a:ext cx="1913391" cy="506403"/>
          </a:xfrm>
          <a:prstGeom prst="rect">
            <a:avLst/>
          </a:prstGeom>
        </p:spPr>
        <p:txBody>
          <a:bodyPr vert="horz" lIns="0" tIns="0" rIns="0" bIns="0" rtlCol="0">
            <a:noAutofit/>
          </a:bodyPr>
          <a:lstStyle>
            <a:lvl1pPr marL="0" indent="0" algn="l" defTabSz="914400" rtl="0" eaLnBrk="1" latinLnBrk="0" hangingPunct="1">
              <a:lnSpc>
                <a:spcPts val="2600"/>
              </a:lnSpc>
              <a:spcBef>
                <a:spcPts val="0"/>
              </a:spcBef>
              <a:buFont typeface="Arial"/>
              <a:buNone/>
              <a:defRPr sz="2400" b="1" kern="1200" baseline="0">
                <a:solidFill>
                  <a:srgbClr val="575756"/>
                </a:solidFill>
                <a:latin typeface="Calibri" charset="0"/>
                <a:ea typeface="Calibri" charset="0"/>
                <a:cs typeface="Calibri" charset="0"/>
              </a:defRPr>
            </a:lvl1pPr>
            <a:lvl2pPr marL="0" indent="0" algn="l" defTabSz="914400" rtl="0" eaLnBrk="1" latinLnBrk="0" hangingPunct="1">
              <a:lnSpc>
                <a:spcPts val="2000"/>
              </a:lnSpc>
              <a:spcBef>
                <a:spcPts val="0"/>
              </a:spcBef>
              <a:buFont typeface="Arial"/>
              <a:buNone/>
              <a:defRPr sz="1800" b="1" kern="1200" baseline="0">
                <a:solidFill>
                  <a:schemeClr val="tx1"/>
                </a:solidFill>
                <a:latin typeface="Calibri" charset="0"/>
                <a:ea typeface="Calibri" charset="0"/>
                <a:cs typeface="Calibri" charset="0"/>
              </a:defRPr>
            </a:lvl2pPr>
            <a:lvl3pPr marL="0" marR="0" indent="0" algn="l" defTabSz="914400" rtl="0" eaLnBrk="1" fontAlgn="auto" latinLnBrk="0" hangingPunct="1">
              <a:lnSpc>
                <a:spcPts val="2000"/>
              </a:lnSpc>
              <a:spcBef>
                <a:spcPts val="0"/>
              </a:spcBef>
              <a:spcAft>
                <a:spcPts val="0"/>
              </a:spcAft>
              <a:buClrTx/>
              <a:buSzTx/>
              <a:buFont typeface="Wingdings" charset="2"/>
              <a:buNone/>
              <a:tabLst/>
              <a:defRPr sz="1800" kern="1200" baseline="0">
                <a:solidFill>
                  <a:schemeClr val="tx1"/>
                </a:solidFill>
                <a:latin typeface="Calibri" charset="0"/>
                <a:ea typeface="Calibri" charset="0"/>
                <a:cs typeface="Calibri" charset="0"/>
              </a:defRPr>
            </a:lvl3pPr>
            <a:lvl4pPr marL="216000" indent="-216000" algn="l" defTabSz="914400" rtl="0" eaLnBrk="1" latinLnBrk="0" hangingPunct="1">
              <a:lnSpc>
                <a:spcPts val="2000"/>
              </a:lnSpc>
              <a:spcBef>
                <a:spcPts val="0"/>
              </a:spcBef>
              <a:buClr>
                <a:srgbClr val="A8A8A7"/>
              </a:buClr>
              <a:buSzPct val="68000"/>
              <a:buFontTx/>
              <a:buBlip>
                <a:blip r:embed="rId4"/>
              </a:buBlip>
              <a:tabLst>
                <a:tab pos="173038" algn="l"/>
              </a:tabLst>
              <a:defRPr sz="1800" kern="1200" baseline="0">
                <a:solidFill>
                  <a:schemeClr val="tx1"/>
                </a:solidFill>
                <a:latin typeface="+mn-lt"/>
                <a:ea typeface="+mn-ea"/>
                <a:cs typeface="+mn-cs"/>
              </a:defRPr>
            </a:lvl4pPr>
            <a:lvl5pPr marL="439200" indent="-216000" algn="l" defTabSz="914400" rtl="0" eaLnBrk="1" latinLnBrk="0" hangingPunct="1">
              <a:lnSpc>
                <a:spcPts val="2000"/>
              </a:lnSpc>
              <a:spcBef>
                <a:spcPts val="0"/>
              </a:spcBef>
              <a:buFont typeface="Symbol" charset="2"/>
              <a:buChar char="-"/>
              <a:tabLst/>
              <a:defRPr sz="18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lvl="2" algn="ctr">
              <a:defRPr/>
            </a:pPr>
            <a:r>
              <a:rPr lang="de-DE" dirty="0"/>
              <a:t>Fahrbahnerkennung Gerade</a:t>
            </a:r>
          </a:p>
        </p:txBody>
      </p:sp>
      <p:sp>
        <p:nvSpPr>
          <p:cNvPr id="2" name="Inhaltsplatzhalter 1">
            <a:extLst>
              <a:ext uri="{FF2B5EF4-FFF2-40B4-BE49-F238E27FC236}">
                <a16:creationId xmlns:a16="http://schemas.microsoft.com/office/drawing/2014/main" id="{FCD396D8-96EF-EE56-1869-4241AB6FAF6A}"/>
              </a:ext>
            </a:extLst>
          </p:cNvPr>
          <p:cNvSpPr txBox="1">
            <a:spLocks/>
          </p:cNvSpPr>
          <p:nvPr/>
        </p:nvSpPr>
        <p:spPr>
          <a:xfrm>
            <a:off x="1163638" y="674525"/>
            <a:ext cx="9864725" cy="289838"/>
          </a:xfrm>
          <a:prstGeom prst="rect">
            <a:avLst/>
          </a:prstGeom>
        </p:spPr>
        <p:txBody>
          <a:bodyPr vert="horz" lIns="0" tIns="0" rIns="0" bIns="0" rtlCol="0">
            <a:noAutofit/>
          </a:bodyPr>
          <a:lstStyle>
            <a:lvl1pPr marL="0" indent="0" algn="l" defTabSz="914400" rtl="0" eaLnBrk="1" latinLnBrk="0" hangingPunct="1">
              <a:lnSpc>
                <a:spcPts val="2600"/>
              </a:lnSpc>
              <a:spcBef>
                <a:spcPts val="0"/>
              </a:spcBef>
              <a:buFont typeface="Arial"/>
              <a:buNone/>
              <a:defRPr sz="2400" b="1" kern="1200" baseline="0">
                <a:solidFill>
                  <a:srgbClr val="575756"/>
                </a:solidFill>
                <a:latin typeface="Calibri" charset="0"/>
                <a:ea typeface="Calibri" charset="0"/>
                <a:cs typeface="Calibri" charset="0"/>
              </a:defRPr>
            </a:lvl1pPr>
            <a:lvl2pPr marL="0" indent="0" algn="l" defTabSz="914400" rtl="0" eaLnBrk="1" latinLnBrk="0" hangingPunct="1">
              <a:lnSpc>
                <a:spcPts val="2000"/>
              </a:lnSpc>
              <a:spcBef>
                <a:spcPts val="0"/>
              </a:spcBef>
              <a:buFont typeface="Arial"/>
              <a:buNone/>
              <a:defRPr sz="1800" b="1" kern="1200" baseline="0">
                <a:solidFill>
                  <a:schemeClr val="tx1"/>
                </a:solidFill>
                <a:latin typeface="Calibri" charset="0"/>
                <a:ea typeface="Calibri" charset="0"/>
                <a:cs typeface="Calibri" charset="0"/>
              </a:defRPr>
            </a:lvl2pPr>
            <a:lvl3pPr marL="0" marR="0" indent="0" algn="l" defTabSz="914400" rtl="0" eaLnBrk="1" fontAlgn="auto" latinLnBrk="0" hangingPunct="1">
              <a:lnSpc>
                <a:spcPts val="2000"/>
              </a:lnSpc>
              <a:spcBef>
                <a:spcPts val="0"/>
              </a:spcBef>
              <a:spcAft>
                <a:spcPts val="0"/>
              </a:spcAft>
              <a:buClrTx/>
              <a:buSzTx/>
              <a:buFont typeface="Wingdings" charset="2"/>
              <a:buNone/>
              <a:tabLst/>
              <a:defRPr sz="1800" kern="1200" baseline="0">
                <a:solidFill>
                  <a:schemeClr val="tx1"/>
                </a:solidFill>
                <a:latin typeface="Calibri" charset="0"/>
                <a:ea typeface="Calibri" charset="0"/>
                <a:cs typeface="Calibri" charset="0"/>
              </a:defRPr>
            </a:lvl3pPr>
            <a:lvl4pPr marL="216000" marR="0" indent="-216000" algn="l" defTabSz="914400" rtl="0" eaLnBrk="1" fontAlgn="auto" latinLnBrk="0" hangingPunct="1">
              <a:lnSpc>
                <a:spcPts val="2000"/>
              </a:lnSpc>
              <a:spcBef>
                <a:spcPts val="0"/>
              </a:spcBef>
              <a:spcAft>
                <a:spcPts val="0"/>
              </a:spcAft>
              <a:buClr>
                <a:srgbClr val="A8A8A7"/>
              </a:buClr>
              <a:buSzPct val="68000"/>
              <a:buFontTx/>
              <a:buBlip>
                <a:blip r:embed="rId5"/>
              </a:buBlip>
              <a:tabLst>
                <a:tab pos="173038" algn="l"/>
              </a:tabLst>
              <a:defRPr sz="1800" kern="1200" baseline="0">
                <a:solidFill>
                  <a:schemeClr val="tx1"/>
                </a:solidFill>
                <a:latin typeface="+mn-lt"/>
                <a:ea typeface="+mn-ea"/>
                <a:cs typeface="+mn-cs"/>
              </a:defRPr>
            </a:lvl4pPr>
            <a:lvl5pPr marL="439200" indent="-216000" algn="l" defTabSz="914400" rtl="0" eaLnBrk="1" latinLnBrk="0" hangingPunct="1">
              <a:lnSpc>
                <a:spcPts val="2000"/>
              </a:lnSpc>
              <a:spcBef>
                <a:spcPts val="0"/>
              </a:spcBef>
              <a:buFont typeface="Symbol" charset="2"/>
              <a:buChar char="-"/>
              <a:tabLst/>
              <a:defRPr sz="18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de-DE" dirty="0" err="1"/>
              <a:t>Follow_Line_Node</a:t>
            </a:r>
            <a:endParaRPr lang="de-DE" dirty="0"/>
          </a:p>
        </p:txBody>
      </p:sp>
      <p:pic>
        <p:nvPicPr>
          <p:cNvPr id="4" name="Bild 8">
            <a:extLst>
              <a:ext uri="{FF2B5EF4-FFF2-40B4-BE49-F238E27FC236}">
                <a16:creationId xmlns:a16="http://schemas.microsoft.com/office/drawing/2014/main" id="{EC66B2EC-9C99-4770-1E0E-AAB0413D92DC}"/>
              </a:ext>
            </a:extLst>
          </p:cNvPr>
          <p:cNvPicPr>
            <a:picLocks noChangeAspect="1"/>
          </p:cNvPicPr>
          <p:nvPr/>
        </p:nvPicPr>
        <p:blipFill>
          <a:blip r:embed="rId6"/>
          <a:srcRect/>
          <a:stretch/>
        </p:blipFill>
        <p:spPr>
          <a:xfrm>
            <a:off x="1632400" y="2851030"/>
            <a:ext cx="2058667" cy="1624250"/>
          </a:xfrm>
          <a:prstGeom prst="rect">
            <a:avLst/>
          </a:prstGeom>
        </p:spPr>
      </p:pic>
      <p:pic>
        <p:nvPicPr>
          <p:cNvPr id="5" name="Bild 8">
            <a:extLst>
              <a:ext uri="{FF2B5EF4-FFF2-40B4-BE49-F238E27FC236}">
                <a16:creationId xmlns:a16="http://schemas.microsoft.com/office/drawing/2014/main" id="{9D5E3BCA-2F5F-29C1-52BA-A1DAA707CA5B}"/>
              </a:ext>
            </a:extLst>
          </p:cNvPr>
          <p:cNvPicPr>
            <a:picLocks noChangeAspect="1"/>
          </p:cNvPicPr>
          <p:nvPr/>
        </p:nvPicPr>
        <p:blipFill>
          <a:blip r:embed="rId7"/>
          <a:srcRect/>
          <a:stretch/>
        </p:blipFill>
        <p:spPr>
          <a:xfrm>
            <a:off x="1645101" y="4505087"/>
            <a:ext cx="2058667" cy="1624250"/>
          </a:xfrm>
          <a:prstGeom prst="rect">
            <a:avLst/>
          </a:prstGeom>
        </p:spPr>
      </p:pic>
      <p:pic>
        <p:nvPicPr>
          <p:cNvPr id="6" name="Bild 8">
            <a:extLst>
              <a:ext uri="{FF2B5EF4-FFF2-40B4-BE49-F238E27FC236}">
                <a16:creationId xmlns:a16="http://schemas.microsoft.com/office/drawing/2014/main" id="{5ED81944-711B-9F29-0E70-6B242AB6BBDF}"/>
              </a:ext>
            </a:extLst>
          </p:cNvPr>
          <p:cNvPicPr>
            <a:picLocks noChangeAspect="1"/>
          </p:cNvPicPr>
          <p:nvPr/>
        </p:nvPicPr>
        <p:blipFill>
          <a:blip r:embed="rId8"/>
          <a:srcRect/>
          <a:stretch/>
        </p:blipFill>
        <p:spPr>
          <a:xfrm>
            <a:off x="8488232" y="1196975"/>
            <a:ext cx="2058667" cy="1624250"/>
          </a:xfrm>
          <a:prstGeom prst="rect">
            <a:avLst/>
          </a:prstGeom>
        </p:spPr>
      </p:pic>
      <p:pic>
        <p:nvPicPr>
          <p:cNvPr id="7" name="Bild 8">
            <a:extLst>
              <a:ext uri="{FF2B5EF4-FFF2-40B4-BE49-F238E27FC236}">
                <a16:creationId xmlns:a16="http://schemas.microsoft.com/office/drawing/2014/main" id="{3DBD21A1-E6B6-ACB0-B6A7-3F66A3D0FD31}"/>
              </a:ext>
            </a:extLst>
          </p:cNvPr>
          <p:cNvPicPr>
            <a:picLocks noChangeAspect="1"/>
          </p:cNvPicPr>
          <p:nvPr/>
        </p:nvPicPr>
        <p:blipFill>
          <a:blip r:embed="rId9"/>
          <a:srcRect/>
          <a:stretch/>
        </p:blipFill>
        <p:spPr>
          <a:xfrm>
            <a:off x="8488232" y="2851030"/>
            <a:ext cx="2058667" cy="1624250"/>
          </a:xfrm>
          <a:prstGeom prst="rect">
            <a:avLst/>
          </a:prstGeom>
        </p:spPr>
      </p:pic>
      <p:pic>
        <p:nvPicPr>
          <p:cNvPr id="13" name="Bild 8">
            <a:extLst>
              <a:ext uri="{FF2B5EF4-FFF2-40B4-BE49-F238E27FC236}">
                <a16:creationId xmlns:a16="http://schemas.microsoft.com/office/drawing/2014/main" id="{6D22978D-7C37-87E2-441D-651DC5350DBB}"/>
              </a:ext>
            </a:extLst>
          </p:cNvPr>
          <p:cNvPicPr>
            <a:picLocks noChangeAspect="1"/>
          </p:cNvPicPr>
          <p:nvPr/>
        </p:nvPicPr>
        <p:blipFill>
          <a:blip r:embed="rId10"/>
          <a:srcRect/>
          <a:stretch/>
        </p:blipFill>
        <p:spPr>
          <a:xfrm>
            <a:off x="8500933" y="4505087"/>
            <a:ext cx="2058667" cy="1624250"/>
          </a:xfrm>
          <a:prstGeom prst="rect">
            <a:avLst/>
          </a:prstGeom>
        </p:spPr>
      </p:pic>
      <p:pic>
        <p:nvPicPr>
          <p:cNvPr id="14" name="Bild 8">
            <a:extLst>
              <a:ext uri="{FF2B5EF4-FFF2-40B4-BE49-F238E27FC236}">
                <a16:creationId xmlns:a16="http://schemas.microsoft.com/office/drawing/2014/main" id="{3EB6BED5-725C-18CE-3CA0-166D900328F1}"/>
              </a:ext>
            </a:extLst>
          </p:cNvPr>
          <p:cNvPicPr>
            <a:picLocks noChangeAspect="1"/>
          </p:cNvPicPr>
          <p:nvPr/>
        </p:nvPicPr>
        <p:blipFill>
          <a:blip r:embed="rId11"/>
          <a:srcRect/>
          <a:stretch/>
        </p:blipFill>
        <p:spPr>
          <a:xfrm>
            <a:off x="5053965" y="1196975"/>
            <a:ext cx="2058667" cy="1624250"/>
          </a:xfrm>
          <a:prstGeom prst="rect">
            <a:avLst/>
          </a:prstGeom>
        </p:spPr>
      </p:pic>
      <p:pic>
        <p:nvPicPr>
          <p:cNvPr id="15" name="Bild 8">
            <a:extLst>
              <a:ext uri="{FF2B5EF4-FFF2-40B4-BE49-F238E27FC236}">
                <a16:creationId xmlns:a16="http://schemas.microsoft.com/office/drawing/2014/main" id="{905F5338-55ED-8131-4F27-BAC6A1D26E52}"/>
              </a:ext>
            </a:extLst>
          </p:cNvPr>
          <p:cNvPicPr>
            <a:picLocks noChangeAspect="1"/>
          </p:cNvPicPr>
          <p:nvPr/>
        </p:nvPicPr>
        <p:blipFill>
          <a:blip r:embed="rId12"/>
          <a:srcRect/>
          <a:stretch/>
        </p:blipFill>
        <p:spPr>
          <a:xfrm>
            <a:off x="5053965" y="2851030"/>
            <a:ext cx="2058667" cy="1624250"/>
          </a:xfrm>
          <a:prstGeom prst="rect">
            <a:avLst/>
          </a:prstGeom>
        </p:spPr>
      </p:pic>
      <p:pic>
        <p:nvPicPr>
          <p:cNvPr id="16" name="Bild 8">
            <a:extLst>
              <a:ext uri="{FF2B5EF4-FFF2-40B4-BE49-F238E27FC236}">
                <a16:creationId xmlns:a16="http://schemas.microsoft.com/office/drawing/2014/main" id="{22D6005D-646B-9C8A-2423-3C44F94ADB2E}"/>
              </a:ext>
            </a:extLst>
          </p:cNvPr>
          <p:cNvPicPr>
            <a:picLocks noChangeAspect="1"/>
          </p:cNvPicPr>
          <p:nvPr/>
        </p:nvPicPr>
        <p:blipFill>
          <a:blip r:embed="rId13"/>
          <a:srcRect/>
          <a:stretch/>
        </p:blipFill>
        <p:spPr>
          <a:xfrm>
            <a:off x="5066666" y="4505087"/>
            <a:ext cx="2058667" cy="1624250"/>
          </a:xfrm>
          <a:prstGeom prst="rect">
            <a:avLst/>
          </a:prstGeom>
        </p:spPr>
      </p:pic>
      <p:sp>
        <p:nvSpPr>
          <p:cNvPr id="17" name="Inhaltsplatzhalter 1">
            <a:extLst>
              <a:ext uri="{FF2B5EF4-FFF2-40B4-BE49-F238E27FC236}">
                <a16:creationId xmlns:a16="http://schemas.microsoft.com/office/drawing/2014/main" id="{C2C248C7-C782-700F-F85E-BE1594F05F1F}"/>
              </a:ext>
            </a:extLst>
          </p:cNvPr>
          <p:cNvSpPr txBox="1">
            <a:spLocks/>
          </p:cNvSpPr>
          <p:nvPr/>
        </p:nvSpPr>
        <p:spPr>
          <a:xfrm>
            <a:off x="5126602" y="6202585"/>
            <a:ext cx="1913391" cy="506403"/>
          </a:xfrm>
          <a:prstGeom prst="rect">
            <a:avLst/>
          </a:prstGeom>
        </p:spPr>
        <p:txBody>
          <a:bodyPr vert="horz" lIns="0" tIns="0" rIns="0" bIns="0" rtlCol="0">
            <a:noAutofit/>
          </a:bodyPr>
          <a:lstStyle>
            <a:lvl1pPr marL="0" indent="0" algn="l" defTabSz="914400" rtl="0" eaLnBrk="1" latinLnBrk="0" hangingPunct="1">
              <a:lnSpc>
                <a:spcPts val="2600"/>
              </a:lnSpc>
              <a:spcBef>
                <a:spcPts val="0"/>
              </a:spcBef>
              <a:buFont typeface="Arial"/>
              <a:buNone/>
              <a:defRPr sz="2400" b="1" kern="1200" baseline="0">
                <a:solidFill>
                  <a:srgbClr val="575756"/>
                </a:solidFill>
                <a:latin typeface="Calibri" charset="0"/>
                <a:ea typeface="Calibri" charset="0"/>
                <a:cs typeface="Calibri" charset="0"/>
              </a:defRPr>
            </a:lvl1pPr>
            <a:lvl2pPr marL="0" indent="0" algn="l" defTabSz="914400" rtl="0" eaLnBrk="1" latinLnBrk="0" hangingPunct="1">
              <a:lnSpc>
                <a:spcPts val="2000"/>
              </a:lnSpc>
              <a:spcBef>
                <a:spcPts val="0"/>
              </a:spcBef>
              <a:buFont typeface="Arial"/>
              <a:buNone/>
              <a:defRPr sz="1800" b="1" kern="1200" baseline="0">
                <a:solidFill>
                  <a:schemeClr val="tx1"/>
                </a:solidFill>
                <a:latin typeface="Calibri" charset="0"/>
                <a:ea typeface="Calibri" charset="0"/>
                <a:cs typeface="Calibri" charset="0"/>
              </a:defRPr>
            </a:lvl2pPr>
            <a:lvl3pPr marL="0" marR="0" indent="0" algn="l" defTabSz="914400" rtl="0" eaLnBrk="1" fontAlgn="auto" latinLnBrk="0" hangingPunct="1">
              <a:lnSpc>
                <a:spcPts val="2000"/>
              </a:lnSpc>
              <a:spcBef>
                <a:spcPts val="0"/>
              </a:spcBef>
              <a:spcAft>
                <a:spcPts val="0"/>
              </a:spcAft>
              <a:buClrTx/>
              <a:buSzTx/>
              <a:buFont typeface="Wingdings" charset="2"/>
              <a:buNone/>
              <a:tabLst/>
              <a:defRPr sz="1800" kern="1200" baseline="0">
                <a:solidFill>
                  <a:schemeClr val="tx1"/>
                </a:solidFill>
                <a:latin typeface="Calibri" charset="0"/>
                <a:ea typeface="Calibri" charset="0"/>
                <a:cs typeface="Calibri" charset="0"/>
              </a:defRPr>
            </a:lvl3pPr>
            <a:lvl4pPr marL="216000" indent="-216000" algn="l" defTabSz="914400" rtl="0" eaLnBrk="1" latinLnBrk="0" hangingPunct="1">
              <a:lnSpc>
                <a:spcPts val="2000"/>
              </a:lnSpc>
              <a:spcBef>
                <a:spcPts val="0"/>
              </a:spcBef>
              <a:buClr>
                <a:srgbClr val="A8A8A7"/>
              </a:buClr>
              <a:buSzPct val="68000"/>
              <a:buFontTx/>
              <a:buBlip>
                <a:blip r:embed="rId4"/>
              </a:buBlip>
              <a:tabLst>
                <a:tab pos="173038" algn="l"/>
              </a:tabLst>
              <a:defRPr sz="1800" kern="1200" baseline="0">
                <a:solidFill>
                  <a:schemeClr val="tx1"/>
                </a:solidFill>
                <a:latin typeface="+mn-lt"/>
                <a:ea typeface="+mn-ea"/>
                <a:cs typeface="+mn-cs"/>
              </a:defRPr>
            </a:lvl4pPr>
            <a:lvl5pPr marL="439200" indent="-216000" algn="l" defTabSz="914400" rtl="0" eaLnBrk="1" latinLnBrk="0" hangingPunct="1">
              <a:lnSpc>
                <a:spcPts val="2000"/>
              </a:lnSpc>
              <a:spcBef>
                <a:spcPts val="0"/>
              </a:spcBef>
              <a:buFont typeface="Symbol" charset="2"/>
              <a:buChar char="-"/>
              <a:tabLst/>
              <a:defRPr sz="18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lvl="2" algn="ctr">
              <a:defRPr/>
            </a:pPr>
            <a:r>
              <a:rPr lang="de-DE" dirty="0"/>
              <a:t>Fahrbahnerkennung Kurve</a:t>
            </a:r>
          </a:p>
        </p:txBody>
      </p:sp>
      <p:sp>
        <p:nvSpPr>
          <p:cNvPr id="18" name="Inhaltsplatzhalter 1">
            <a:extLst>
              <a:ext uri="{FF2B5EF4-FFF2-40B4-BE49-F238E27FC236}">
                <a16:creationId xmlns:a16="http://schemas.microsoft.com/office/drawing/2014/main" id="{F642FFDB-7620-9679-D31F-EE817C92E42F}"/>
              </a:ext>
            </a:extLst>
          </p:cNvPr>
          <p:cNvSpPr txBox="1">
            <a:spLocks/>
          </p:cNvSpPr>
          <p:nvPr/>
        </p:nvSpPr>
        <p:spPr>
          <a:xfrm>
            <a:off x="8563431" y="6202585"/>
            <a:ext cx="1913391" cy="506403"/>
          </a:xfrm>
          <a:prstGeom prst="rect">
            <a:avLst/>
          </a:prstGeom>
        </p:spPr>
        <p:txBody>
          <a:bodyPr vert="horz" lIns="0" tIns="0" rIns="0" bIns="0" rtlCol="0">
            <a:noAutofit/>
          </a:bodyPr>
          <a:lstStyle>
            <a:lvl1pPr marL="0" indent="0" algn="l" defTabSz="914400" rtl="0" eaLnBrk="1" latinLnBrk="0" hangingPunct="1">
              <a:lnSpc>
                <a:spcPts val="2600"/>
              </a:lnSpc>
              <a:spcBef>
                <a:spcPts val="0"/>
              </a:spcBef>
              <a:buFont typeface="Arial"/>
              <a:buNone/>
              <a:defRPr sz="2400" b="1" kern="1200" baseline="0">
                <a:solidFill>
                  <a:srgbClr val="575756"/>
                </a:solidFill>
                <a:latin typeface="Calibri" charset="0"/>
                <a:ea typeface="Calibri" charset="0"/>
                <a:cs typeface="Calibri" charset="0"/>
              </a:defRPr>
            </a:lvl1pPr>
            <a:lvl2pPr marL="0" indent="0" algn="l" defTabSz="914400" rtl="0" eaLnBrk="1" latinLnBrk="0" hangingPunct="1">
              <a:lnSpc>
                <a:spcPts val="2000"/>
              </a:lnSpc>
              <a:spcBef>
                <a:spcPts val="0"/>
              </a:spcBef>
              <a:buFont typeface="Arial"/>
              <a:buNone/>
              <a:defRPr sz="1800" b="1" kern="1200" baseline="0">
                <a:solidFill>
                  <a:schemeClr val="tx1"/>
                </a:solidFill>
                <a:latin typeface="Calibri" charset="0"/>
                <a:ea typeface="Calibri" charset="0"/>
                <a:cs typeface="Calibri" charset="0"/>
              </a:defRPr>
            </a:lvl2pPr>
            <a:lvl3pPr marL="0" marR="0" indent="0" algn="l" defTabSz="914400" rtl="0" eaLnBrk="1" fontAlgn="auto" latinLnBrk="0" hangingPunct="1">
              <a:lnSpc>
                <a:spcPts val="2000"/>
              </a:lnSpc>
              <a:spcBef>
                <a:spcPts val="0"/>
              </a:spcBef>
              <a:spcAft>
                <a:spcPts val="0"/>
              </a:spcAft>
              <a:buClrTx/>
              <a:buSzTx/>
              <a:buFont typeface="Wingdings" charset="2"/>
              <a:buNone/>
              <a:tabLst/>
              <a:defRPr sz="1800" kern="1200" baseline="0">
                <a:solidFill>
                  <a:schemeClr val="tx1"/>
                </a:solidFill>
                <a:latin typeface="Calibri" charset="0"/>
                <a:ea typeface="Calibri" charset="0"/>
                <a:cs typeface="Calibri" charset="0"/>
              </a:defRPr>
            </a:lvl3pPr>
            <a:lvl4pPr marL="216000" indent="-216000" algn="l" defTabSz="914400" rtl="0" eaLnBrk="1" latinLnBrk="0" hangingPunct="1">
              <a:lnSpc>
                <a:spcPts val="2000"/>
              </a:lnSpc>
              <a:spcBef>
                <a:spcPts val="0"/>
              </a:spcBef>
              <a:buClr>
                <a:srgbClr val="A8A8A7"/>
              </a:buClr>
              <a:buSzPct val="68000"/>
              <a:buFontTx/>
              <a:buBlip>
                <a:blip r:embed="rId4"/>
              </a:buBlip>
              <a:tabLst>
                <a:tab pos="173038" algn="l"/>
              </a:tabLst>
              <a:defRPr sz="1800" kern="1200" baseline="0">
                <a:solidFill>
                  <a:schemeClr val="tx1"/>
                </a:solidFill>
                <a:latin typeface="+mn-lt"/>
                <a:ea typeface="+mn-ea"/>
                <a:cs typeface="+mn-cs"/>
              </a:defRPr>
            </a:lvl4pPr>
            <a:lvl5pPr marL="439200" indent="-216000" algn="l" defTabSz="914400" rtl="0" eaLnBrk="1" latinLnBrk="0" hangingPunct="1">
              <a:lnSpc>
                <a:spcPts val="2000"/>
              </a:lnSpc>
              <a:spcBef>
                <a:spcPts val="0"/>
              </a:spcBef>
              <a:buFont typeface="Symbol" charset="2"/>
              <a:buChar char="-"/>
              <a:tabLst/>
              <a:defRPr sz="18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lvl="2" algn="ctr">
              <a:defRPr/>
            </a:pPr>
            <a:r>
              <a:rPr lang="de-DE" dirty="0"/>
              <a:t>Fahrbahnerkennung Kreuzung</a:t>
            </a:r>
          </a:p>
        </p:txBody>
      </p:sp>
      <p:graphicFrame>
        <p:nvGraphicFramePr>
          <p:cNvPr id="3" name="Diagramm 2">
            <a:extLst>
              <a:ext uri="{FF2B5EF4-FFF2-40B4-BE49-F238E27FC236}">
                <a16:creationId xmlns:a16="http://schemas.microsoft.com/office/drawing/2014/main" id="{B569D3C2-1F2D-ECFF-0CAD-FB384188096C}"/>
              </a:ext>
            </a:extLst>
          </p:cNvPr>
          <p:cNvGraphicFramePr/>
          <p:nvPr>
            <p:extLst>
              <p:ext uri="{D42A27DB-BD31-4B8C-83A1-F6EECF244321}">
                <p14:modId xmlns:p14="http://schemas.microsoft.com/office/powerpoint/2010/main" val="2726011540"/>
              </p:ext>
            </p:extLst>
          </p:nvPr>
        </p:nvGraphicFramePr>
        <p:xfrm>
          <a:off x="4783596" y="340066"/>
          <a:ext cx="6244765" cy="759814"/>
        </p:xfrm>
        <a:graphic>
          <a:graphicData uri="http://schemas.openxmlformats.org/drawingml/2006/diagram">
            <dgm:relIds xmlns:dgm="http://schemas.openxmlformats.org/drawingml/2006/diagram" xmlns:r="http://schemas.openxmlformats.org/officeDocument/2006/relationships" r:dm="rId14" r:lo="rId15" r:qs="rId16" r:cs="rId17"/>
          </a:graphicData>
        </a:graphic>
      </p:graphicFrame>
    </p:spTree>
    <p:extLst>
      <p:ext uri="{BB962C8B-B14F-4D97-AF65-F5344CB8AC3E}">
        <p14:creationId xmlns:p14="http://schemas.microsoft.com/office/powerpoint/2010/main" val="23591330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1024B9-D2C4-B816-295C-98DF97DC0F34}"/>
            </a:ext>
          </a:extLst>
        </p:cNvPr>
        <p:cNvGrpSpPr/>
        <p:nvPr/>
      </p:nvGrpSpPr>
      <p:grpSpPr>
        <a:xfrm>
          <a:off x="0" y="0"/>
          <a:ext cx="0" cy="0"/>
          <a:chOff x="0" y="0"/>
          <a:chExt cx="0" cy="0"/>
        </a:xfrm>
      </p:grpSpPr>
      <p:sp>
        <p:nvSpPr>
          <p:cNvPr id="8" name="Inhaltsplatzhalter 1">
            <a:extLst>
              <a:ext uri="{FF2B5EF4-FFF2-40B4-BE49-F238E27FC236}">
                <a16:creationId xmlns:a16="http://schemas.microsoft.com/office/drawing/2014/main" id="{470118B8-47E8-2C9F-24A0-05854F5F4ADF}"/>
              </a:ext>
            </a:extLst>
          </p:cNvPr>
          <p:cNvSpPr>
            <a:spLocks noGrp="1"/>
          </p:cNvSpPr>
          <p:nvPr>
            <p:ph idx="1"/>
          </p:nvPr>
        </p:nvSpPr>
        <p:spPr>
          <a:xfrm>
            <a:off x="1163637" y="1196975"/>
            <a:ext cx="9864725" cy="4688568"/>
          </a:xfrm>
        </p:spPr>
        <p:txBody>
          <a:bodyPr/>
          <a:lstStyle/>
          <a:p>
            <a:pPr lvl="3"/>
            <a:r>
              <a:rPr lang="de-DE" dirty="0"/>
              <a:t>Ermittlung der Abweichung von der Bildmitte</a:t>
            </a:r>
          </a:p>
          <a:p>
            <a:pPr lvl="4"/>
            <a:r>
              <a:rPr lang="de-DE" dirty="0"/>
              <a:t>Zwei Konturen</a:t>
            </a:r>
          </a:p>
          <a:p>
            <a:pPr lvl="4"/>
            <a:r>
              <a:rPr lang="de-DE" dirty="0"/>
              <a:t>Eine Kontur</a:t>
            </a:r>
          </a:p>
          <a:p>
            <a:pPr lvl="3"/>
            <a:endParaRPr lang="de-DE" dirty="0"/>
          </a:p>
          <a:p>
            <a:pPr lvl="3"/>
            <a:r>
              <a:rPr lang="de-DE" dirty="0"/>
              <a:t>Berechnung der Drehwinkelgeschwindigkeit mit einem PD-Regler</a:t>
            </a:r>
          </a:p>
          <a:p>
            <a:pPr lvl="3"/>
            <a:endParaRPr lang="de-DE" dirty="0"/>
          </a:p>
          <a:p>
            <a:pPr lvl="3"/>
            <a:r>
              <a:rPr lang="de-DE" dirty="0"/>
              <a:t>Bei Hinderniserkennung wird die Fahrt unterbrochen</a:t>
            </a:r>
          </a:p>
          <a:p>
            <a:pPr lvl="3"/>
            <a:endParaRPr lang="de-DE" dirty="0"/>
          </a:p>
          <a:p>
            <a:pPr lvl="3"/>
            <a:r>
              <a:rPr lang="de-DE" dirty="0"/>
              <a:t>Ggfs. Umfahren des Hindernisses</a:t>
            </a:r>
          </a:p>
          <a:p>
            <a:pPr lvl="3"/>
            <a:endParaRPr lang="de-DE" dirty="0"/>
          </a:p>
          <a:p>
            <a:pPr lvl="3"/>
            <a:r>
              <a:rPr lang="de-DE" dirty="0"/>
              <a:t>Steuerung des Roboters bei den Zuständen mit einer State-</a:t>
            </a:r>
            <a:r>
              <a:rPr lang="de-DE" dirty="0" err="1"/>
              <a:t>Machine</a:t>
            </a:r>
            <a:endParaRPr lang="de-DE" dirty="0"/>
          </a:p>
          <a:p>
            <a:pPr lvl="3"/>
            <a:endParaRPr lang="de-DE" dirty="0"/>
          </a:p>
          <a:p>
            <a:pPr lvl="3"/>
            <a:endParaRPr lang="de-DE" dirty="0"/>
          </a:p>
          <a:p>
            <a:pPr lvl="3"/>
            <a:endParaRPr lang="de-DE" dirty="0"/>
          </a:p>
        </p:txBody>
      </p:sp>
      <p:sp>
        <p:nvSpPr>
          <p:cNvPr id="2" name="Inhaltsplatzhalter 1">
            <a:extLst>
              <a:ext uri="{FF2B5EF4-FFF2-40B4-BE49-F238E27FC236}">
                <a16:creationId xmlns:a16="http://schemas.microsoft.com/office/drawing/2014/main" id="{3DA9E065-C720-43AC-2753-92DDB711BCA2}"/>
              </a:ext>
            </a:extLst>
          </p:cNvPr>
          <p:cNvSpPr txBox="1">
            <a:spLocks/>
          </p:cNvSpPr>
          <p:nvPr/>
        </p:nvSpPr>
        <p:spPr>
          <a:xfrm>
            <a:off x="1163638" y="674525"/>
            <a:ext cx="9864725" cy="289838"/>
          </a:xfrm>
          <a:prstGeom prst="rect">
            <a:avLst/>
          </a:prstGeom>
        </p:spPr>
        <p:txBody>
          <a:bodyPr vert="horz" lIns="0" tIns="0" rIns="0" bIns="0" rtlCol="0">
            <a:noAutofit/>
          </a:bodyPr>
          <a:lstStyle>
            <a:lvl1pPr marL="0" indent="0" algn="l" defTabSz="914400" rtl="0" eaLnBrk="1" latinLnBrk="0" hangingPunct="1">
              <a:lnSpc>
                <a:spcPts val="2600"/>
              </a:lnSpc>
              <a:spcBef>
                <a:spcPts val="0"/>
              </a:spcBef>
              <a:buFont typeface="Arial"/>
              <a:buNone/>
              <a:defRPr sz="2400" b="1" kern="1200" baseline="0">
                <a:solidFill>
                  <a:srgbClr val="575756"/>
                </a:solidFill>
                <a:latin typeface="Calibri" charset="0"/>
                <a:ea typeface="Calibri" charset="0"/>
                <a:cs typeface="Calibri" charset="0"/>
              </a:defRPr>
            </a:lvl1pPr>
            <a:lvl2pPr marL="0" indent="0" algn="l" defTabSz="914400" rtl="0" eaLnBrk="1" latinLnBrk="0" hangingPunct="1">
              <a:lnSpc>
                <a:spcPts val="2000"/>
              </a:lnSpc>
              <a:spcBef>
                <a:spcPts val="0"/>
              </a:spcBef>
              <a:buFont typeface="Arial"/>
              <a:buNone/>
              <a:defRPr sz="1800" b="1" kern="1200" baseline="0">
                <a:solidFill>
                  <a:schemeClr val="tx1"/>
                </a:solidFill>
                <a:latin typeface="Calibri" charset="0"/>
                <a:ea typeface="Calibri" charset="0"/>
                <a:cs typeface="Calibri" charset="0"/>
              </a:defRPr>
            </a:lvl2pPr>
            <a:lvl3pPr marL="0" marR="0" indent="0" algn="l" defTabSz="914400" rtl="0" eaLnBrk="1" fontAlgn="auto" latinLnBrk="0" hangingPunct="1">
              <a:lnSpc>
                <a:spcPts val="2000"/>
              </a:lnSpc>
              <a:spcBef>
                <a:spcPts val="0"/>
              </a:spcBef>
              <a:spcAft>
                <a:spcPts val="0"/>
              </a:spcAft>
              <a:buClrTx/>
              <a:buSzTx/>
              <a:buFont typeface="Wingdings" charset="2"/>
              <a:buNone/>
              <a:tabLst/>
              <a:defRPr sz="1800" kern="1200" baseline="0">
                <a:solidFill>
                  <a:schemeClr val="tx1"/>
                </a:solidFill>
                <a:latin typeface="Calibri" charset="0"/>
                <a:ea typeface="Calibri" charset="0"/>
                <a:cs typeface="Calibri" charset="0"/>
              </a:defRPr>
            </a:lvl3pPr>
            <a:lvl4pPr marL="216000" marR="0" indent="-216000" algn="l" defTabSz="914400" rtl="0" eaLnBrk="1" fontAlgn="auto" latinLnBrk="0" hangingPunct="1">
              <a:lnSpc>
                <a:spcPts val="2000"/>
              </a:lnSpc>
              <a:spcBef>
                <a:spcPts val="0"/>
              </a:spcBef>
              <a:spcAft>
                <a:spcPts val="0"/>
              </a:spcAft>
              <a:buClr>
                <a:srgbClr val="A8A8A7"/>
              </a:buClr>
              <a:buSzPct val="68000"/>
              <a:buFontTx/>
              <a:buBlip>
                <a:blip r:embed="rId3"/>
              </a:buBlip>
              <a:tabLst>
                <a:tab pos="173038" algn="l"/>
              </a:tabLst>
              <a:defRPr sz="1800" kern="1200" baseline="0">
                <a:solidFill>
                  <a:schemeClr val="tx1"/>
                </a:solidFill>
                <a:latin typeface="+mn-lt"/>
                <a:ea typeface="+mn-ea"/>
                <a:cs typeface="+mn-cs"/>
              </a:defRPr>
            </a:lvl4pPr>
            <a:lvl5pPr marL="439200" indent="-216000" algn="l" defTabSz="914400" rtl="0" eaLnBrk="1" latinLnBrk="0" hangingPunct="1">
              <a:lnSpc>
                <a:spcPts val="2000"/>
              </a:lnSpc>
              <a:spcBef>
                <a:spcPts val="0"/>
              </a:spcBef>
              <a:buFont typeface="Symbol" charset="2"/>
              <a:buChar char="-"/>
              <a:tabLst/>
              <a:defRPr sz="18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de-DE" dirty="0" err="1"/>
              <a:t>Follow_Line_Node</a:t>
            </a:r>
            <a:endParaRPr lang="de-DE" dirty="0"/>
          </a:p>
        </p:txBody>
      </p:sp>
      <p:graphicFrame>
        <p:nvGraphicFramePr>
          <p:cNvPr id="3" name="Diagramm 2">
            <a:extLst>
              <a:ext uri="{FF2B5EF4-FFF2-40B4-BE49-F238E27FC236}">
                <a16:creationId xmlns:a16="http://schemas.microsoft.com/office/drawing/2014/main" id="{76B187EF-5ACF-3073-071A-F90B1BC25BDB}"/>
              </a:ext>
            </a:extLst>
          </p:cNvPr>
          <p:cNvGraphicFramePr/>
          <p:nvPr>
            <p:extLst>
              <p:ext uri="{D42A27DB-BD31-4B8C-83A1-F6EECF244321}">
                <p14:modId xmlns:p14="http://schemas.microsoft.com/office/powerpoint/2010/main" val="2556634530"/>
              </p:ext>
            </p:extLst>
          </p:nvPr>
        </p:nvGraphicFramePr>
        <p:xfrm>
          <a:off x="4783596" y="340066"/>
          <a:ext cx="6244765" cy="75981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4711270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011D9D-A8E3-41EA-2E28-54EB16723137}"/>
            </a:ext>
          </a:extLst>
        </p:cNvPr>
        <p:cNvGrpSpPr/>
        <p:nvPr/>
      </p:nvGrpSpPr>
      <p:grpSpPr>
        <a:xfrm>
          <a:off x="0" y="0"/>
          <a:ext cx="0" cy="0"/>
          <a:chOff x="0" y="0"/>
          <a:chExt cx="0" cy="0"/>
        </a:xfrm>
      </p:grpSpPr>
      <p:sp>
        <p:nvSpPr>
          <p:cNvPr id="8" name="Inhaltsplatzhalter 1">
            <a:extLst>
              <a:ext uri="{FF2B5EF4-FFF2-40B4-BE49-F238E27FC236}">
                <a16:creationId xmlns:a16="http://schemas.microsoft.com/office/drawing/2014/main" id="{CD4BA317-2DC6-0B6A-8A63-77778D076E3F}"/>
              </a:ext>
            </a:extLst>
          </p:cNvPr>
          <p:cNvSpPr>
            <a:spLocks noGrp="1"/>
          </p:cNvSpPr>
          <p:nvPr>
            <p:ph idx="1"/>
          </p:nvPr>
        </p:nvSpPr>
        <p:spPr>
          <a:xfrm>
            <a:off x="1163638" y="1196975"/>
            <a:ext cx="6293088" cy="5385254"/>
          </a:xfrm>
        </p:spPr>
        <p:txBody>
          <a:bodyPr/>
          <a:lstStyle/>
          <a:p>
            <a:pPr lvl="3"/>
            <a:endParaRPr lang="de-DE" dirty="0"/>
          </a:p>
          <a:p>
            <a:pPr lvl="3"/>
            <a:endParaRPr lang="de-DE" dirty="0"/>
          </a:p>
          <a:p>
            <a:pPr lvl="3"/>
            <a:endParaRPr lang="de-DE" dirty="0"/>
          </a:p>
          <a:p>
            <a:pPr lvl="3"/>
            <a:r>
              <a:rPr lang="de-DE" dirty="0"/>
              <a:t>SEARCH: Nach Linie/Linien suchen</a:t>
            </a:r>
          </a:p>
          <a:p>
            <a:pPr marL="0" lvl="3" indent="0">
              <a:buNone/>
            </a:pPr>
            <a:endParaRPr lang="de-DE" dirty="0"/>
          </a:p>
          <a:p>
            <a:pPr lvl="3"/>
            <a:endParaRPr lang="de-DE" dirty="0"/>
          </a:p>
          <a:p>
            <a:pPr lvl="3"/>
            <a:r>
              <a:rPr lang="de-DE" dirty="0"/>
              <a:t>FOLLOW_LINE: Linie/Linien folgen</a:t>
            </a:r>
          </a:p>
          <a:p>
            <a:pPr lvl="3"/>
            <a:endParaRPr lang="de-DE" dirty="0"/>
          </a:p>
          <a:p>
            <a:pPr lvl="3"/>
            <a:endParaRPr lang="de-DE" dirty="0"/>
          </a:p>
          <a:p>
            <a:pPr lvl="3"/>
            <a:r>
              <a:rPr lang="de-DE" dirty="0"/>
              <a:t>WAIT_CHECK: vor Hindernis warten</a:t>
            </a:r>
          </a:p>
          <a:p>
            <a:pPr lvl="3"/>
            <a:endParaRPr lang="de-DE" dirty="0"/>
          </a:p>
          <a:p>
            <a:pPr lvl="3"/>
            <a:endParaRPr lang="de-DE" dirty="0"/>
          </a:p>
          <a:p>
            <a:pPr lvl="3"/>
            <a:r>
              <a:rPr lang="de-DE" dirty="0"/>
              <a:t>TURN_90: um 90 Grad drehen</a:t>
            </a:r>
          </a:p>
          <a:p>
            <a:pPr lvl="3"/>
            <a:endParaRPr lang="de-DE" dirty="0"/>
          </a:p>
          <a:p>
            <a:pPr lvl="3"/>
            <a:endParaRPr lang="de-DE" dirty="0"/>
          </a:p>
          <a:p>
            <a:pPr lvl="3"/>
            <a:r>
              <a:rPr lang="de-DE" dirty="0"/>
              <a:t>AVOID_OBSTACLE: Hindernis umfahren</a:t>
            </a:r>
          </a:p>
          <a:p>
            <a:pPr lvl="3"/>
            <a:endParaRPr lang="de-DE" dirty="0"/>
          </a:p>
          <a:p>
            <a:pPr lvl="3"/>
            <a:endParaRPr lang="de-DE" dirty="0"/>
          </a:p>
        </p:txBody>
      </p:sp>
      <p:pic>
        <p:nvPicPr>
          <p:cNvPr id="10" name="Bild 9">
            <a:extLst>
              <a:ext uri="{FF2B5EF4-FFF2-40B4-BE49-F238E27FC236}">
                <a16:creationId xmlns:a16="http://schemas.microsoft.com/office/drawing/2014/main" id="{8D1EA00D-C591-FDA9-B1FF-D1D2DBEB1713}"/>
              </a:ext>
            </a:extLst>
          </p:cNvPr>
          <p:cNvPicPr>
            <a:picLocks noChangeAspect="1"/>
          </p:cNvPicPr>
          <p:nvPr/>
        </p:nvPicPr>
        <p:blipFill>
          <a:blip r:embed="rId3"/>
          <a:srcRect/>
          <a:stretch/>
        </p:blipFill>
        <p:spPr>
          <a:xfrm>
            <a:off x="7456726" y="1054437"/>
            <a:ext cx="3571636" cy="4693219"/>
          </a:xfrm>
          <a:prstGeom prst="rect">
            <a:avLst/>
          </a:prstGeom>
        </p:spPr>
      </p:pic>
      <p:sp>
        <p:nvSpPr>
          <p:cNvPr id="12" name="Inhaltsplatzhalter 1">
            <a:extLst>
              <a:ext uri="{FF2B5EF4-FFF2-40B4-BE49-F238E27FC236}">
                <a16:creationId xmlns:a16="http://schemas.microsoft.com/office/drawing/2014/main" id="{D54D2AFE-6D23-592A-A29F-96CCDB6E6F7D}"/>
              </a:ext>
            </a:extLst>
          </p:cNvPr>
          <p:cNvSpPr txBox="1">
            <a:spLocks/>
          </p:cNvSpPr>
          <p:nvPr/>
        </p:nvSpPr>
        <p:spPr>
          <a:xfrm>
            <a:off x="8086975" y="5924638"/>
            <a:ext cx="2311137" cy="266481"/>
          </a:xfrm>
          <a:prstGeom prst="rect">
            <a:avLst/>
          </a:prstGeom>
        </p:spPr>
        <p:txBody>
          <a:bodyPr vert="horz" lIns="0" tIns="0" rIns="0" bIns="0" rtlCol="0">
            <a:noAutofit/>
          </a:bodyPr>
          <a:lstStyle>
            <a:lvl1pPr marL="0" indent="0" algn="l" defTabSz="914400" rtl="0" eaLnBrk="1" latinLnBrk="0" hangingPunct="1">
              <a:lnSpc>
                <a:spcPts val="2600"/>
              </a:lnSpc>
              <a:spcBef>
                <a:spcPts val="0"/>
              </a:spcBef>
              <a:buFont typeface="Arial"/>
              <a:buNone/>
              <a:defRPr sz="2400" b="1" kern="1200" baseline="0">
                <a:solidFill>
                  <a:srgbClr val="575756"/>
                </a:solidFill>
                <a:latin typeface="Calibri" charset="0"/>
                <a:ea typeface="Calibri" charset="0"/>
                <a:cs typeface="Calibri" charset="0"/>
              </a:defRPr>
            </a:lvl1pPr>
            <a:lvl2pPr marL="0" indent="0" algn="l" defTabSz="914400" rtl="0" eaLnBrk="1" latinLnBrk="0" hangingPunct="1">
              <a:lnSpc>
                <a:spcPts val="2000"/>
              </a:lnSpc>
              <a:spcBef>
                <a:spcPts val="0"/>
              </a:spcBef>
              <a:buFont typeface="Arial"/>
              <a:buNone/>
              <a:defRPr sz="1800" b="1" kern="1200" baseline="0">
                <a:solidFill>
                  <a:schemeClr val="tx1"/>
                </a:solidFill>
                <a:latin typeface="Calibri" charset="0"/>
                <a:ea typeface="Calibri" charset="0"/>
                <a:cs typeface="Calibri" charset="0"/>
              </a:defRPr>
            </a:lvl2pPr>
            <a:lvl3pPr marL="0" marR="0" indent="0" algn="l" defTabSz="914400" rtl="0" eaLnBrk="1" fontAlgn="auto" latinLnBrk="0" hangingPunct="1">
              <a:lnSpc>
                <a:spcPts val="2000"/>
              </a:lnSpc>
              <a:spcBef>
                <a:spcPts val="0"/>
              </a:spcBef>
              <a:spcAft>
                <a:spcPts val="0"/>
              </a:spcAft>
              <a:buClrTx/>
              <a:buSzTx/>
              <a:buFont typeface="Wingdings" charset="2"/>
              <a:buNone/>
              <a:tabLst/>
              <a:defRPr sz="1800" kern="1200" baseline="0">
                <a:solidFill>
                  <a:schemeClr val="tx1"/>
                </a:solidFill>
                <a:latin typeface="Calibri" charset="0"/>
                <a:ea typeface="Calibri" charset="0"/>
                <a:cs typeface="Calibri" charset="0"/>
              </a:defRPr>
            </a:lvl3pPr>
            <a:lvl4pPr marL="216000" indent="-216000" algn="l" defTabSz="914400" rtl="0" eaLnBrk="1" latinLnBrk="0" hangingPunct="1">
              <a:lnSpc>
                <a:spcPts val="2000"/>
              </a:lnSpc>
              <a:spcBef>
                <a:spcPts val="0"/>
              </a:spcBef>
              <a:buClr>
                <a:srgbClr val="A8A8A7"/>
              </a:buClr>
              <a:buSzPct val="68000"/>
              <a:buFontTx/>
              <a:buBlip>
                <a:blip r:embed="rId4"/>
              </a:buBlip>
              <a:tabLst>
                <a:tab pos="173038" algn="l"/>
              </a:tabLst>
              <a:defRPr sz="1800" kern="1200" baseline="0">
                <a:solidFill>
                  <a:schemeClr val="tx1"/>
                </a:solidFill>
                <a:latin typeface="+mn-lt"/>
                <a:ea typeface="+mn-ea"/>
                <a:cs typeface="+mn-cs"/>
              </a:defRPr>
            </a:lvl4pPr>
            <a:lvl5pPr marL="439200" indent="-216000" algn="l" defTabSz="914400" rtl="0" eaLnBrk="1" latinLnBrk="0" hangingPunct="1">
              <a:lnSpc>
                <a:spcPts val="2000"/>
              </a:lnSpc>
              <a:spcBef>
                <a:spcPts val="0"/>
              </a:spcBef>
              <a:buFont typeface="Symbol" charset="2"/>
              <a:buChar char="-"/>
              <a:tabLst/>
              <a:defRPr sz="18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lvl="2">
              <a:defRPr/>
            </a:pPr>
            <a:r>
              <a:rPr lang="de-DE" dirty="0"/>
              <a:t>State-</a:t>
            </a:r>
            <a:r>
              <a:rPr lang="de-DE" dirty="0" err="1"/>
              <a:t>Machine</a:t>
            </a:r>
            <a:r>
              <a:rPr lang="de-DE" dirty="0"/>
              <a:t> </a:t>
            </a:r>
            <a:r>
              <a:rPr lang="de-DE" dirty="0" err="1"/>
              <a:t>Turtlebot</a:t>
            </a:r>
            <a:endParaRPr lang="de-DE" dirty="0"/>
          </a:p>
        </p:txBody>
      </p:sp>
      <p:sp>
        <p:nvSpPr>
          <p:cNvPr id="2" name="Inhaltsplatzhalter 1">
            <a:extLst>
              <a:ext uri="{FF2B5EF4-FFF2-40B4-BE49-F238E27FC236}">
                <a16:creationId xmlns:a16="http://schemas.microsoft.com/office/drawing/2014/main" id="{E13E9A4D-1B8B-3C08-DF5C-F2767FFCAF87}"/>
              </a:ext>
            </a:extLst>
          </p:cNvPr>
          <p:cNvSpPr txBox="1">
            <a:spLocks/>
          </p:cNvSpPr>
          <p:nvPr/>
        </p:nvSpPr>
        <p:spPr>
          <a:xfrm>
            <a:off x="1163638" y="674525"/>
            <a:ext cx="9864725" cy="289838"/>
          </a:xfrm>
          <a:prstGeom prst="rect">
            <a:avLst/>
          </a:prstGeom>
        </p:spPr>
        <p:txBody>
          <a:bodyPr vert="horz" lIns="0" tIns="0" rIns="0" bIns="0" rtlCol="0">
            <a:noAutofit/>
          </a:bodyPr>
          <a:lstStyle>
            <a:lvl1pPr marL="0" indent="0" algn="l" defTabSz="914400" rtl="0" eaLnBrk="1" latinLnBrk="0" hangingPunct="1">
              <a:lnSpc>
                <a:spcPts val="2600"/>
              </a:lnSpc>
              <a:spcBef>
                <a:spcPts val="0"/>
              </a:spcBef>
              <a:buFont typeface="Arial"/>
              <a:buNone/>
              <a:defRPr sz="2400" b="1" kern="1200" baseline="0">
                <a:solidFill>
                  <a:srgbClr val="575756"/>
                </a:solidFill>
                <a:latin typeface="Calibri" charset="0"/>
                <a:ea typeface="Calibri" charset="0"/>
                <a:cs typeface="Calibri" charset="0"/>
              </a:defRPr>
            </a:lvl1pPr>
            <a:lvl2pPr marL="0" indent="0" algn="l" defTabSz="914400" rtl="0" eaLnBrk="1" latinLnBrk="0" hangingPunct="1">
              <a:lnSpc>
                <a:spcPts val="2000"/>
              </a:lnSpc>
              <a:spcBef>
                <a:spcPts val="0"/>
              </a:spcBef>
              <a:buFont typeface="Arial"/>
              <a:buNone/>
              <a:defRPr sz="1800" b="1" kern="1200" baseline="0">
                <a:solidFill>
                  <a:schemeClr val="tx1"/>
                </a:solidFill>
                <a:latin typeface="Calibri" charset="0"/>
                <a:ea typeface="Calibri" charset="0"/>
                <a:cs typeface="Calibri" charset="0"/>
              </a:defRPr>
            </a:lvl2pPr>
            <a:lvl3pPr marL="0" marR="0" indent="0" algn="l" defTabSz="914400" rtl="0" eaLnBrk="1" fontAlgn="auto" latinLnBrk="0" hangingPunct="1">
              <a:lnSpc>
                <a:spcPts val="2000"/>
              </a:lnSpc>
              <a:spcBef>
                <a:spcPts val="0"/>
              </a:spcBef>
              <a:spcAft>
                <a:spcPts val="0"/>
              </a:spcAft>
              <a:buClrTx/>
              <a:buSzTx/>
              <a:buFont typeface="Wingdings" charset="2"/>
              <a:buNone/>
              <a:tabLst/>
              <a:defRPr sz="1800" kern="1200" baseline="0">
                <a:solidFill>
                  <a:schemeClr val="tx1"/>
                </a:solidFill>
                <a:latin typeface="Calibri" charset="0"/>
                <a:ea typeface="Calibri" charset="0"/>
                <a:cs typeface="Calibri" charset="0"/>
              </a:defRPr>
            </a:lvl3pPr>
            <a:lvl4pPr marL="216000" marR="0" indent="-216000" algn="l" defTabSz="914400" rtl="0" eaLnBrk="1" fontAlgn="auto" latinLnBrk="0" hangingPunct="1">
              <a:lnSpc>
                <a:spcPts val="2000"/>
              </a:lnSpc>
              <a:spcBef>
                <a:spcPts val="0"/>
              </a:spcBef>
              <a:spcAft>
                <a:spcPts val="0"/>
              </a:spcAft>
              <a:buClr>
                <a:srgbClr val="A8A8A7"/>
              </a:buClr>
              <a:buSzPct val="68000"/>
              <a:buFontTx/>
              <a:buBlip>
                <a:blip r:embed="rId5"/>
              </a:buBlip>
              <a:tabLst>
                <a:tab pos="173038" algn="l"/>
              </a:tabLst>
              <a:defRPr sz="1800" kern="1200" baseline="0">
                <a:solidFill>
                  <a:schemeClr val="tx1"/>
                </a:solidFill>
                <a:latin typeface="+mn-lt"/>
                <a:ea typeface="+mn-ea"/>
                <a:cs typeface="+mn-cs"/>
              </a:defRPr>
            </a:lvl4pPr>
            <a:lvl5pPr marL="439200" indent="-216000" algn="l" defTabSz="914400" rtl="0" eaLnBrk="1" latinLnBrk="0" hangingPunct="1">
              <a:lnSpc>
                <a:spcPts val="2000"/>
              </a:lnSpc>
              <a:spcBef>
                <a:spcPts val="0"/>
              </a:spcBef>
              <a:buFont typeface="Symbol" charset="2"/>
              <a:buChar char="-"/>
              <a:tabLst/>
              <a:defRPr sz="18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de-DE" dirty="0" err="1"/>
              <a:t>Follow_Line_Node</a:t>
            </a:r>
            <a:endParaRPr lang="de-DE" dirty="0"/>
          </a:p>
        </p:txBody>
      </p:sp>
      <p:graphicFrame>
        <p:nvGraphicFramePr>
          <p:cNvPr id="3" name="Diagramm 2">
            <a:extLst>
              <a:ext uri="{FF2B5EF4-FFF2-40B4-BE49-F238E27FC236}">
                <a16:creationId xmlns:a16="http://schemas.microsoft.com/office/drawing/2014/main" id="{5D3DE01B-6855-4094-0E41-3C9C20CAE436}"/>
              </a:ext>
            </a:extLst>
          </p:cNvPr>
          <p:cNvGraphicFramePr/>
          <p:nvPr>
            <p:extLst>
              <p:ext uri="{D42A27DB-BD31-4B8C-83A1-F6EECF244321}">
                <p14:modId xmlns:p14="http://schemas.microsoft.com/office/powerpoint/2010/main" val="2035189689"/>
              </p:ext>
            </p:extLst>
          </p:nvPr>
        </p:nvGraphicFramePr>
        <p:xfrm>
          <a:off x="4783596" y="340066"/>
          <a:ext cx="6244765" cy="759814"/>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970702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99A357-8EBA-25DE-5421-99D491A31B8A}"/>
            </a:ext>
          </a:extLst>
        </p:cNvPr>
        <p:cNvGrpSpPr/>
        <p:nvPr/>
      </p:nvGrpSpPr>
      <p:grpSpPr>
        <a:xfrm>
          <a:off x="0" y="0"/>
          <a:ext cx="0" cy="0"/>
          <a:chOff x="0" y="0"/>
          <a:chExt cx="0" cy="0"/>
        </a:xfrm>
      </p:grpSpPr>
      <p:pic>
        <p:nvPicPr>
          <p:cNvPr id="9" name="Bild 8">
            <a:extLst>
              <a:ext uri="{FF2B5EF4-FFF2-40B4-BE49-F238E27FC236}">
                <a16:creationId xmlns:a16="http://schemas.microsoft.com/office/drawing/2014/main" id="{69155E8A-8848-EF13-F497-095E7948517F}"/>
              </a:ext>
            </a:extLst>
          </p:cNvPr>
          <p:cNvPicPr>
            <a:picLocks noChangeAspect="1"/>
          </p:cNvPicPr>
          <p:nvPr/>
        </p:nvPicPr>
        <p:blipFill>
          <a:blip r:embed="rId3"/>
          <a:srcRect/>
          <a:stretch/>
        </p:blipFill>
        <p:spPr>
          <a:xfrm>
            <a:off x="3179002" y="1110468"/>
            <a:ext cx="5833995" cy="4823988"/>
          </a:xfrm>
          <a:prstGeom prst="rect">
            <a:avLst/>
          </a:prstGeom>
        </p:spPr>
      </p:pic>
      <p:sp>
        <p:nvSpPr>
          <p:cNvPr id="11" name="Inhaltsplatzhalter 1">
            <a:extLst>
              <a:ext uri="{FF2B5EF4-FFF2-40B4-BE49-F238E27FC236}">
                <a16:creationId xmlns:a16="http://schemas.microsoft.com/office/drawing/2014/main" id="{209091E9-DBA5-3BBB-0015-F65C5807C26E}"/>
              </a:ext>
            </a:extLst>
          </p:cNvPr>
          <p:cNvSpPr txBox="1">
            <a:spLocks/>
          </p:cNvSpPr>
          <p:nvPr/>
        </p:nvSpPr>
        <p:spPr>
          <a:xfrm>
            <a:off x="4862838" y="5934456"/>
            <a:ext cx="2466321" cy="194882"/>
          </a:xfrm>
          <a:prstGeom prst="rect">
            <a:avLst/>
          </a:prstGeom>
        </p:spPr>
        <p:txBody>
          <a:bodyPr vert="horz" lIns="0" tIns="0" rIns="0" bIns="0" rtlCol="0">
            <a:noAutofit/>
          </a:bodyPr>
          <a:lstStyle>
            <a:lvl1pPr marL="0" indent="0" algn="l" defTabSz="914400" rtl="0" eaLnBrk="1" latinLnBrk="0" hangingPunct="1">
              <a:lnSpc>
                <a:spcPts val="2600"/>
              </a:lnSpc>
              <a:spcBef>
                <a:spcPts val="0"/>
              </a:spcBef>
              <a:buFont typeface="Arial"/>
              <a:buNone/>
              <a:defRPr sz="2400" b="1" kern="1200" baseline="0">
                <a:solidFill>
                  <a:srgbClr val="575756"/>
                </a:solidFill>
                <a:latin typeface="Calibri" charset="0"/>
                <a:ea typeface="Calibri" charset="0"/>
                <a:cs typeface="Calibri" charset="0"/>
              </a:defRPr>
            </a:lvl1pPr>
            <a:lvl2pPr marL="0" indent="0" algn="l" defTabSz="914400" rtl="0" eaLnBrk="1" latinLnBrk="0" hangingPunct="1">
              <a:lnSpc>
                <a:spcPts val="2000"/>
              </a:lnSpc>
              <a:spcBef>
                <a:spcPts val="0"/>
              </a:spcBef>
              <a:buFont typeface="Arial"/>
              <a:buNone/>
              <a:defRPr sz="1800" b="1" kern="1200" baseline="0">
                <a:solidFill>
                  <a:schemeClr val="tx1"/>
                </a:solidFill>
                <a:latin typeface="Calibri" charset="0"/>
                <a:ea typeface="Calibri" charset="0"/>
                <a:cs typeface="Calibri" charset="0"/>
              </a:defRPr>
            </a:lvl2pPr>
            <a:lvl3pPr marL="0" marR="0" indent="0" algn="l" defTabSz="914400" rtl="0" eaLnBrk="1" fontAlgn="auto" latinLnBrk="0" hangingPunct="1">
              <a:lnSpc>
                <a:spcPts val="2000"/>
              </a:lnSpc>
              <a:spcBef>
                <a:spcPts val="0"/>
              </a:spcBef>
              <a:spcAft>
                <a:spcPts val="0"/>
              </a:spcAft>
              <a:buClrTx/>
              <a:buSzTx/>
              <a:buFont typeface="Wingdings" charset="2"/>
              <a:buNone/>
              <a:tabLst/>
              <a:defRPr sz="1800" kern="1200" baseline="0">
                <a:solidFill>
                  <a:schemeClr val="tx1"/>
                </a:solidFill>
                <a:latin typeface="Calibri" charset="0"/>
                <a:ea typeface="Calibri" charset="0"/>
                <a:cs typeface="Calibri" charset="0"/>
              </a:defRPr>
            </a:lvl3pPr>
            <a:lvl4pPr marL="216000" indent="-216000" algn="l" defTabSz="914400" rtl="0" eaLnBrk="1" latinLnBrk="0" hangingPunct="1">
              <a:lnSpc>
                <a:spcPts val="2000"/>
              </a:lnSpc>
              <a:spcBef>
                <a:spcPts val="0"/>
              </a:spcBef>
              <a:buClr>
                <a:srgbClr val="A8A8A7"/>
              </a:buClr>
              <a:buSzPct val="68000"/>
              <a:buFontTx/>
              <a:buBlip>
                <a:blip r:embed="rId4"/>
              </a:buBlip>
              <a:tabLst>
                <a:tab pos="173038" algn="l"/>
              </a:tabLst>
              <a:defRPr sz="1800" kern="1200" baseline="0">
                <a:solidFill>
                  <a:schemeClr val="tx1"/>
                </a:solidFill>
                <a:latin typeface="+mn-lt"/>
                <a:ea typeface="+mn-ea"/>
                <a:cs typeface="+mn-cs"/>
              </a:defRPr>
            </a:lvl4pPr>
            <a:lvl5pPr marL="439200" indent="-216000" algn="l" defTabSz="914400" rtl="0" eaLnBrk="1" latinLnBrk="0" hangingPunct="1">
              <a:lnSpc>
                <a:spcPts val="2000"/>
              </a:lnSpc>
              <a:spcBef>
                <a:spcPts val="0"/>
              </a:spcBef>
              <a:buFont typeface="Symbol" charset="2"/>
              <a:buChar char="-"/>
              <a:tabLst/>
              <a:defRPr sz="18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lvl="2">
              <a:defRPr/>
            </a:pPr>
            <a:r>
              <a:rPr lang="de-DE" dirty="0"/>
              <a:t>Zusammenspiel der Nodes</a:t>
            </a:r>
          </a:p>
        </p:txBody>
      </p:sp>
      <p:sp>
        <p:nvSpPr>
          <p:cNvPr id="2" name="Inhaltsplatzhalter 1">
            <a:extLst>
              <a:ext uri="{FF2B5EF4-FFF2-40B4-BE49-F238E27FC236}">
                <a16:creationId xmlns:a16="http://schemas.microsoft.com/office/drawing/2014/main" id="{8FE050DF-3915-ECD3-FCE7-0C31AF49E522}"/>
              </a:ext>
            </a:extLst>
          </p:cNvPr>
          <p:cNvSpPr txBox="1">
            <a:spLocks/>
          </p:cNvSpPr>
          <p:nvPr/>
        </p:nvSpPr>
        <p:spPr>
          <a:xfrm>
            <a:off x="1163638" y="674525"/>
            <a:ext cx="9864725" cy="289838"/>
          </a:xfrm>
          <a:prstGeom prst="rect">
            <a:avLst/>
          </a:prstGeom>
        </p:spPr>
        <p:txBody>
          <a:bodyPr vert="horz" lIns="0" tIns="0" rIns="0" bIns="0" rtlCol="0">
            <a:noAutofit/>
          </a:bodyPr>
          <a:lstStyle>
            <a:lvl1pPr marL="0" indent="0" algn="l" defTabSz="914400" rtl="0" eaLnBrk="1" latinLnBrk="0" hangingPunct="1">
              <a:lnSpc>
                <a:spcPts val="2600"/>
              </a:lnSpc>
              <a:spcBef>
                <a:spcPts val="0"/>
              </a:spcBef>
              <a:buFont typeface="Arial"/>
              <a:buNone/>
              <a:defRPr sz="2400" b="1" kern="1200" baseline="0">
                <a:solidFill>
                  <a:srgbClr val="575756"/>
                </a:solidFill>
                <a:latin typeface="Calibri" charset="0"/>
                <a:ea typeface="Calibri" charset="0"/>
                <a:cs typeface="Calibri" charset="0"/>
              </a:defRPr>
            </a:lvl1pPr>
            <a:lvl2pPr marL="0" indent="0" algn="l" defTabSz="914400" rtl="0" eaLnBrk="1" latinLnBrk="0" hangingPunct="1">
              <a:lnSpc>
                <a:spcPts val="2000"/>
              </a:lnSpc>
              <a:spcBef>
                <a:spcPts val="0"/>
              </a:spcBef>
              <a:buFont typeface="Arial"/>
              <a:buNone/>
              <a:defRPr sz="1800" b="1" kern="1200" baseline="0">
                <a:solidFill>
                  <a:schemeClr val="tx1"/>
                </a:solidFill>
                <a:latin typeface="Calibri" charset="0"/>
                <a:ea typeface="Calibri" charset="0"/>
                <a:cs typeface="Calibri" charset="0"/>
              </a:defRPr>
            </a:lvl2pPr>
            <a:lvl3pPr marL="0" marR="0" indent="0" algn="l" defTabSz="914400" rtl="0" eaLnBrk="1" fontAlgn="auto" latinLnBrk="0" hangingPunct="1">
              <a:lnSpc>
                <a:spcPts val="2000"/>
              </a:lnSpc>
              <a:spcBef>
                <a:spcPts val="0"/>
              </a:spcBef>
              <a:spcAft>
                <a:spcPts val="0"/>
              </a:spcAft>
              <a:buClrTx/>
              <a:buSzTx/>
              <a:buFont typeface="Wingdings" charset="2"/>
              <a:buNone/>
              <a:tabLst/>
              <a:defRPr sz="1800" kern="1200" baseline="0">
                <a:solidFill>
                  <a:schemeClr val="tx1"/>
                </a:solidFill>
                <a:latin typeface="Calibri" charset="0"/>
                <a:ea typeface="Calibri" charset="0"/>
                <a:cs typeface="Calibri" charset="0"/>
              </a:defRPr>
            </a:lvl3pPr>
            <a:lvl4pPr marL="216000" marR="0" indent="-216000" algn="l" defTabSz="914400" rtl="0" eaLnBrk="1" fontAlgn="auto" latinLnBrk="0" hangingPunct="1">
              <a:lnSpc>
                <a:spcPts val="2000"/>
              </a:lnSpc>
              <a:spcBef>
                <a:spcPts val="0"/>
              </a:spcBef>
              <a:spcAft>
                <a:spcPts val="0"/>
              </a:spcAft>
              <a:buClr>
                <a:srgbClr val="A8A8A7"/>
              </a:buClr>
              <a:buSzPct val="68000"/>
              <a:buFontTx/>
              <a:buBlip>
                <a:blip r:embed="rId5"/>
              </a:buBlip>
              <a:tabLst>
                <a:tab pos="173038" algn="l"/>
              </a:tabLst>
              <a:defRPr sz="1800" kern="1200" baseline="0">
                <a:solidFill>
                  <a:schemeClr val="tx1"/>
                </a:solidFill>
                <a:latin typeface="+mn-lt"/>
                <a:ea typeface="+mn-ea"/>
                <a:cs typeface="+mn-cs"/>
              </a:defRPr>
            </a:lvl4pPr>
            <a:lvl5pPr marL="439200" indent="-216000" algn="l" defTabSz="914400" rtl="0" eaLnBrk="1" latinLnBrk="0" hangingPunct="1">
              <a:lnSpc>
                <a:spcPts val="2000"/>
              </a:lnSpc>
              <a:spcBef>
                <a:spcPts val="0"/>
              </a:spcBef>
              <a:buFont typeface="Symbol" charset="2"/>
              <a:buChar char="-"/>
              <a:tabLst/>
              <a:defRPr sz="18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de-DE" dirty="0"/>
              <a:t>Zusammenspiel der Nodes</a:t>
            </a:r>
          </a:p>
        </p:txBody>
      </p:sp>
      <p:graphicFrame>
        <p:nvGraphicFramePr>
          <p:cNvPr id="5" name="Diagramm 4">
            <a:extLst>
              <a:ext uri="{FF2B5EF4-FFF2-40B4-BE49-F238E27FC236}">
                <a16:creationId xmlns:a16="http://schemas.microsoft.com/office/drawing/2014/main" id="{421E5235-6BE2-5BED-F812-AB69F84F0A01}"/>
              </a:ext>
            </a:extLst>
          </p:cNvPr>
          <p:cNvGraphicFramePr/>
          <p:nvPr>
            <p:extLst>
              <p:ext uri="{D42A27DB-BD31-4B8C-83A1-F6EECF244321}">
                <p14:modId xmlns:p14="http://schemas.microsoft.com/office/powerpoint/2010/main" val="3775596406"/>
              </p:ext>
            </p:extLst>
          </p:nvPr>
        </p:nvGraphicFramePr>
        <p:xfrm>
          <a:off x="4783596" y="340066"/>
          <a:ext cx="6244765" cy="759814"/>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35011861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pPr lvl="0"/>
            <a:r>
              <a:rPr lang="de-DE" dirty="0"/>
              <a:t>Fahren …</a:t>
            </a:r>
          </a:p>
          <a:p>
            <a:pPr lvl="3"/>
            <a:br>
              <a:rPr lang="de-DE" dirty="0"/>
            </a:br>
            <a:r>
              <a:rPr lang="de-DE" dirty="0"/>
              <a:t>HAWK</a:t>
            </a:r>
          </a:p>
          <a:p>
            <a:pPr lvl="3"/>
            <a:r>
              <a:rPr lang="de-DE" dirty="0"/>
              <a:t>Fakultät Ingenieurwissenschaften und Gesundheit</a:t>
            </a:r>
          </a:p>
          <a:p>
            <a:pPr lvl="3"/>
            <a:r>
              <a:rPr lang="de-DE" dirty="0"/>
              <a:t>Von-Ossietzky-Straße 99</a:t>
            </a:r>
          </a:p>
          <a:p>
            <a:pPr lvl="3"/>
            <a:r>
              <a:rPr lang="de-DE" dirty="0"/>
              <a:t>37085 Göttingen</a:t>
            </a:r>
          </a:p>
        </p:txBody>
      </p:sp>
      <p:pic>
        <p:nvPicPr>
          <p:cNvPr id="6" name="Grafik 5">
            <a:extLst>
              <a:ext uri="{FF2B5EF4-FFF2-40B4-BE49-F238E27FC236}">
                <a16:creationId xmlns:a16="http://schemas.microsoft.com/office/drawing/2014/main" id="{E41D9EA4-3302-32F9-BA3A-FBB8BF026AE4}"/>
              </a:ext>
            </a:extLst>
          </p:cNvPr>
          <p:cNvPicPr>
            <a:picLocks noChangeAspect="1"/>
          </p:cNvPicPr>
          <p:nvPr/>
        </p:nvPicPr>
        <p:blipFill>
          <a:blip r:embed="rId3"/>
          <a:stretch>
            <a:fillRect/>
          </a:stretch>
        </p:blipFill>
        <p:spPr>
          <a:xfrm>
            <a:off x="8073389" y="2210393"/>
            <a:ext cx="1352739" cy="1533739"/>
          </a:xfrm>
          <a:prstGeom prst="rect">
            <a:avLst/>
          </a:prstGeom>
        </p:spPr>
      </p:pic>
      <p:sp>
        <p:nvSpPr>
          <p:cNvPr id="7" name="Inhaltsplatzhalter 1">
            <a:extLst>
              <a:ext uri="{FF2B5EF4-FFF2-40B4-BE49-F238E27FC236}">
                <a16:creationId xmlns:a16="http://schemas.microsoft.com/office/drawing/2014/main" id="{A0FAD29D-AEC1-63D9-1F48-4F2BC93D494E}"/>
              </a:ext>
            </a:extLst>
          </p:cNvPr>
          <p:cNvSpPr txBox="1">
            <a:spLocks/>
          </p:cNvSpPr>
          <p:nvPr/>
        </p:nvSpPr>
        <p:spPr>
          <a:xfrm>
            <a:off x="1163637" y="5917109"/>
            <a:ext cx="4279939" cy="506403"/>
          </a:xfrm>
          <a:prstGeom prst="rect">
            <a:avLst/>
          </a:prstGeom>
        </p:spPr>
        <p:txBody>
          <a:bodyPr vert="horz" lIns="0" tIns="0" rIns="0" bIns="0" rtlCol="0">
            <a:noAutofit/>
          </a:bodyPr>
          <a:lstStyle>
            <a:lvl1pPr marL="0" indent="0" algn="l" defTabSz="914400" rtl="0" eaLnBrk="1" latinLnBrk="0" hangingPunct="1">
              <a:lnSpc>
                <a:spcPts val="2600"/>
              </a:lnSpc>
              <a:spcBef>
                <a:spcPts val="0"/>
              </a:spcBef>
              <a:buFont typeface="Arial"/>
              <a:buNone/>
              <a:defRPr sz="2400" b="1" kern="1200" baseline="0">
                <a:solidFill>
                  <a:srgbClr val="575756"/>
                </a:solidFill>
                <a:latin typeface="Calibri" charset="0"/>
                <a:ea typeface="Calibri" charset="0"/>
                <a:cs typeface="Calibri" charset="0"/>
              </a:defRPr>
            </a:lvl1pPr>
            <a:lvl2pPr marL="0" indent="0" algn="l" defTabSz="914400" rtl="0" eaLnBrk="1" latinLnBrk="0" hangingPunct="1">
              <a:lnSpc>
                <a:spcPts val="2000"/>
              </a:lnSpc>
              <a:spcBef>
                <a:spcPts val="0"/>
              </a:spcBef>
              <a:buFont typeface="Arial"/>
              <a:buNone/>
              <a:defRPr sz="1800" b="1" kern="1200" baseline="0">
                <a:solidFill>
                  <a:schemeClr val="tx1"/>
                </a:solidFill>
                <a:latin typeface="Calibri" charset="0"/>
                <a:ea typeface="Calibri" charset="0"/>
                <a:cs typeface="Calibri" charset="0"/>
              </a:defRPr>
            </a:lvl2pPr>
            <a:lvl3pPr marL="0" marR="0" indent="0" algn="l" defTabSz="914400" rtl="0" eaLnBrk="1" fontAlgn="auto" latinLnBrk="0" hangingPunct="1">
              <a:lnSpc>
                <a:spcPts val="2000"/>
              </a:lnSpc>
              <a:spcBef>
                <a:spcPts val="0"/>
              </a:spcBef>
              <a:spcAft>
                <a:spcPts val="0"/>
              </a:spcAft>
              <a:buClrTx/>
              <a:buSzTx/>
              <a:buFont typeface="Wingdings" charset="2"/>
              <a:buNone/>
              <a:tabLst/>
              <a:defRPr sz="1800" kern="1200" baseline="0">
                <a:solidFill>
                  <a:schemeClr val="tx1"/>
                </a:solidFill>
                <a:latin typeface="Calibri" charset="0"/>
                <a:ea typeface="Calibri" charset="0"/>
                <a:cs typeface="Calibri" charset="0"/>
              </a:defRPr>
            </a:lvl3pPr>
            <a:lvl4pPr marL="216000" indent="-216000" algn="l" defTabSz="914400" rtl="0" eaLnBrk="1" latinLnBrk="0" hangingPunct="1">
              <a:lnSpc>
                <a:spcPts val="2000"/>
              </a:lnSpc>
              <a:spcBef>
                <a:spcPts val="0"/>
              </a:spcBef>
              <a:buClr>
                <a:srgbClr val="A8A8A7"/>
              </a:buClr>
              <a:buSzPct val="68000"/>
              <a:buFontTx/>
              <a:buBlip>
                <a:blip r:embed="rId4"/>
              </a:buBlip>
              <a:tabLst>
                <a:tab pos="173038" algn="l"/>
              </a:tabLst>
              <a:defRPr sz="1800" kern="1200" baseline="0">
                <a:solidFill>
                  <a:schemeClr val="tx1"/>
                </a:solidFill>
                <a:latin typeface="+mn-lt"/>
                <a:ea typeface="+mn-ea"/>
                <a:cs typeface="+mn-cs"/>
              </a:defRPr>
            </a:lvl4pPr>
            <a:lvl5pPr marL="439200" indent="-216000" algn="l" defTabSz="914400" rtl="0" eaLnBrk="1" latinLnBrk="0" hangingPunct="1">
              <a:lnSpc>
                <a:spcPts val="2000"/>
              </a:lnSpc>
              <a:spcBef>
                <a:spcPts val="0"/>
              </a:spcBef>
              <a:buFont typeface="Symbol" charset="2"/>
              <a:buChar char="-"/>
              <a:tabLst/>
              <a:defRPr sz="18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lvl="2" algn="ctr">
              <a:defRPr/>
            </a:pPr>
            <a:r>
              <a:rPr lang="de-DE" sz="1200" dirty="0">
                <a:solidFill>
                  <a:schemeClr val="bg1">
                    <a:lumMod val="50000"/>
                  </a:schemeClr>
                </a:solidFill>
              </a:rPr>
              <a:t>https://emanual.robotis.com/docs/en/platform/turtlebot3/features/</a:t>
            </a:r>
          </a:p>
        </p:txBody>
      </p:sp>
      <p:pic>
        <p:nvPicPr>
          <p:cNvPr id="9" name="Grafik 8" descr="Farbe Silhouette">
            <a:extLst>
              <a:ext uri="{FF2B5EF4-FFF2-40B4-BE49-F238E27FC236}">
                <a16:creationId xmlns:a16="http://schemas.microsoft.com/office/drawing/2014/main" id="{3251ADBB-A2DB-CE2E-E3A7-F28C7EC2C87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317850" y="589448"/>
            <a:ext cx="669938" cy="669938"/>
          </a:xfrm>
          <a:prstGeom prst="rect">
            <a:avLst/>
          </a:prstGeom>
        </p:spPr>
      </p:pic>
      <p:graphicFrame>
        <p:nvGraphicFramePr>
          <p:cNvPr id="10" name="Diagramm 9">
            <a:extLst>
              <a:ext uri="{FF2B5EF4-FFF2-40B4-BE49-F238E27FC236}">
                <a16:creationId xmlns:a16="http://schemas.microsoft.com/office/drawing/2014/main" id="{DBA0FEDF-8B86-87FC-4B7B-2D749BF09D73}"/>
              </a:ext>
            </a:extLst>
          </p:cNvPr>
          <p:cNvGraphicFramePr/>
          <p:nvPr>
            <p:extLst>
              <p:ext uri="{D42A27DB-BD31-4B8C-83A1-F6EECF244321}">
                <p14:modId xmlns:p14="http://schemas.microsoft.com/office/powerpoint/2010/main" val="3394309897"/>
              </p:ext>
            </p:extLst>
          </p:nvPr>
        </p:nvGraphicFramePr>
        <p:xfrm>
          <a:off x="4783596" y="340066"/>
          <a:ext cx="6244765" cy="759814"/>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1153412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0"/>
                                        </p:tgtEl>
                                      </p:cBhvr>
                                    </p:animEffect>
                                    <p:set>
                                      <p:cBhvr>
                                        <p:cTn id="7" dur="1" fill="hold">
                                          <p:stCondLst>
                                            <p:cond delay="499"/>
                                          </p:stCondLst>
                                        </p:cTn>
                                        <p:tgtEl>
                                          <p:spTgt spid="10"/>
                                        </p:tgtEl>
                                        <p:attrNameLst>
                                          <p:attrName>style.visibility</p:attrName>
                                        </p:attrNameLst>
                                      </p:cBhvr>
                                      <p:to>
                                        <p:strVal val="hidden"/>
                                      </p:to>
                                    </p:se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par>
                                <p:cTn id="14" presetID="0" presetClass="path" presetSubtype="0" repeatCount="indefinite" fill="hold" nodeType="withEffect">
                                  <p:stCondLst>
                                    <p:cond delay="0"/>
                                  </p:stCondLst>
                                  <p:childTnLst>
                                    <p:animMotion origin="layout" path="M -0.25352 -0.28218 L -0.23607 -0.28218 L -0.21498 -0.28102 L -0.19948 -0.27778 L -0.17852 -0.27547 L -0.17292 -0.27547 L -0.153 -0.27547 L -0.12956 -0.27547 L -0.12396 -0.27662 L -0.11901 -0.27778 L -0.10404 -0.28102 L -0.09727 -0.28334 L -0.0836 -0.28334 L -0.0694 -0.28102 L -0.07552 -0.26459 L -0.078 -0.25139 L -0.078 -0.23264 L -0.07748 -0.21505 L -0.07005 -0.19398 L -0.0582 -0.18079 L -0.04649 -0.17315 L -0.03399 -0.16644 L -0.01849 -0.16204 L -0.01237 -0.16088 L 0.0013 -0.16088 L 0.0168 -0.16528 L 0.02422 -0.16875 L 0.03346 -0.17199 L 0.03971 -0.17315 L 0.04713 -0.17963 L 0.05521 -0.1963 L 0.06198 -0.21389 L 0.06888 -0.23472 L 0.075 -0.25232 L 0.07812 -0.26134 L 0.08255 -0.27014 L 0.08932 -0.27547 L 0.09922 -0.27986 L 0.11107 -0.28218 L 0.11849 -0.28218 L 0.12773 -0.28426 L 0.1414 -0.28426 L 0.147 -0.28334 L 0.15625 -0.28102 L 0.16185 -0.27778 L 0.17109 -0.27338 L 0.18164 -0.26459 L 0.18789 -0.25463 L 0.19713 -0.2338 L 0.20403 -0.21945 L 0.21015 -0.19954 C 0.21732 -0.18681 0.21406 -0.19005 0.21823 -0.18634 L 0.22565 -0.17408 L 0.22695 -0.15324 L 0.22695 -0.13241 L 0.22695 -0.10695 L 0.22695 -0.09491 L 0.2276 -0.0706 L 0.2276 -0.04861 L 0.22695 -0.03195 L 0.22695 -0.0088 L 0.22383 0.02639 C 0.22252 0.03703 0.22252 0.03287 0.22252 0.03842 L 0.21823 0.05509 L 0.21575 0.06389 L 0.21393 0.07477 L 0.2095 0.08819 L 0.20156 0.10903 L 0.19153 0.12453 L 0.18359 0.13773 L 0.17057 0.14537 L 0.1625 0.14768 L 0.15195 0.14537 L 0.13763 0.14421 L 0.12708 0.13426 L 0.11719 0.11898 L 0.11289 0.11111 L 0.10846 0.10578 L 0.10234 0.09583 L 0.09362 0.08588 C 0.08724 0.08125 0.08971 0.08148 0.08685 0.08148 L 0.07318 0.07824 L 0.05338 0.07708 L 0.03607 0.08264 L 0.01992 0.09143 L 0.00443 0.10578 L -0.00677 0.11898 L -0.01237 0.14328 L -0.01979 0.16643 L -0.03281 0.1993 L -0.03958 0.23796 L -0.0582 0.27662 L -0.07995 0.31736 L -0.10222 0.33703 L -0.12761 0.34259 C -0.13464 0.34375 -0.13216 0.34375 -0.13503 0.34375 L -0.16797 0.34583 C -0.18138 0.34699 -0.17656 0.34699 -0.18216 0.34699 L -0.225 0.35046 L -0.2336 0.35046 L -0.26458 0.34375 L -0.27266 0.34259 L -0.28998 0.325 L -0.3086 0.30069 L -0.33099 0.27106 L -0.34024 0.24004 L -0.34583 0.21041 L -0.34948 0.17731 L -0.34766 0.16296 L -0.32539 0.14421 L -0.31914 0.14328 L -0.28503 0.13773 L -0.27891 0.13657 L -0.23672 0.12893 C -0.23008 0.12754 -0.23307 0.12778 -0.228 0.12778 L -0.19336 0.11898 L -0.15117 0.10139 L -0.1332 0.08356 L -0.13073 0.07477 L -0.11836 0.03518 C -0.11641 0.02106 -0.11758 0.02592 -0.11589 0.01967 L -0.11458 0.00092 L -0.11524 -0.0088 L -0.12448 -0.04746 L -0.14935 -0.07824 L -0.19089 -0.09699 L -0.19649 -0.10047 L -0.22253 -0.11134 L -0.26654 -0.1213 L -0.27201 -0.12454 L -0.29128 -0.13449 L -0.3086 -0.16435 L -0.31055 -0.20162 C -0.3112 -0.21273 -0.31107 -0.20834 -0.31107 -0.21505 L -0.31055 -0.24259 L -0.29935 -0.26574 L -0.27513 -0.27662 L -0.25781 -0.28218 L -0.25352 -0.28218 Z " pathEditMode="relative" ptsTypes="AAAAAAAAAAAAAAAAAAAAAAAAAAAAAAAAAAAAAAAAAAAAAAAAAAAAAAAAAAAAAAAAAAAAAAAAAAAAAAAAAAAAAAAAAAAAAAAAAAAAAAAAAAAAAAAAAAAAAAAAAAAAAAAAAAAAAAAAAAA">
                                      <p:cBhvr>
                                        <p:cTn id="15" dur="10000" fill="hold"/>
                                        <p:tgtEl>
                                          <p:spTgt spid="6"/>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0" grpId="0">
        <p:bldAsOne/>
      </p:bldGraphic>
    </p:bldLst>
  </p:timing>
</p:sld>
</file>

<file path=ppt/theme/theme1.xml><?xml version="1.0" encoding="utf-8"?>
<a:theme xmlns:a="http://schemas.openxmlformats.org/drawingml/2006/main" name="1. HAWK Schmucktitel">
  <a:themeElements>
    <a:clrScheme name="HAWK">
      <a:dk1>
        <a:srgbClr val="000000"/>
      </a:dk1>
      <a:lt1>
        <a:srgbClr val="FFFFFF"/>
      </a:lt1>
      <a:dk2>
        <a:srgbClr val="575756"/>
      </a:dk2>
      <a:lt2>
        <a:srgbClr val="A8ADB3"/>
      </a:lt2>
      <a:accent1>
        <a:srgbClr val="E9515A"/>
      </a:accent1>
      <a:accent2>
        <a:srgbClr val="B9C243"/>
      </a:accent2>
      <a:accent3>
        <a:srgbClr val="AF708B"/>
      </a:accent3>
      <a:accent4>
        <a:srgbClr val="009DB3"/>
      </a:accent4>
      <a:accent5>
        <a:srgbClr val="F6A500"/>
      </a:accent5>
      <a:accent6>
        <a:srgbClr val="5183C0"/>
      </a:accent6>
      <a:hlink>
        <a:srgbClr val="A8ADB3"/>
      </a:hlink>
      <a:folHlink>
        <a:srgbClr val="575756"/>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D_19_11_10_PPT_I_BB_RZ.potx" id="{D9CD60D8-4DEC-3043-8EDB-806FFB4670B1}" vid="{9C8A9CE3-6503-FE4F-9180-9F7E73C55CC8}"/>
    </a:ext>
  </a:extLst>
</a:theme>
</file>

<file path=ppt/theme/theme2.xml><?xml version="1.0" encoding="utf-8"?>
<a:theme xmlns:a="http://schemas.openxmlformats.org/drawingml/2006/main" name="2. Schmucktitel Fakultät">
  <a:themeElements>
    <a:clrScheme name="HAWK">
      <a:dk1>
        <a:srgbClr val="000000"/>
      </a:dk1>
      <a:lt1>
        <a:srgbClr val="FFFFFF"/>
      </a:lt1>
      <a:dk2>
        <a:srgbClr val="575756"/>
      </a:dk2>
      <a:lt2>
        <a:srgbClr val="A8ADB3"/>
      </a:lt2>
      <a:accent1>
        <a:srgbClr val="E9515A"/>
      </a:accent1>
      <a:accent2>
        <a:srgbClr val="B9C243"/>
      </a:accent2>
      <a:accent3>
        <a:srgbClr val="AF708B"/>
      </a:accent3>
      <a:accent4>
        <a:srgbClr val="009DB3"/>
      </a:accent4>
      <a:accent5>
        <a:srgbClr val="F6A500"/>
      </a:accent5>
      <a:accent6>
        <a:srgbClr val="5183C0"/>
      </a:accent6>
      <a:hlink>
        <a:srgbClr val="A8ADB3"/>
      </a:hlink>
      <a:folHlink>
        <a:srgbClr val="575756"/>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D_19_11_10_PPT_I_BB_RZ.potx" id="{D9CD60D8-4DEC-3043-8EDB-806FFB4670B1}" vid="{0725DB56-4299-FC47-A7BB-E2467EB0C9C8}"/>
    </a:ext>
  </a:extLst>
</a:theme>
</file>

<file path=ppt/theme/theme3.xml><?xml version="1.0" encoding="utf-8"?>
<a:theme xmlns:a="http://schemas.openxmlformats.org/drawingml/2006/main" name="3. Titel">
  <a:themeElements>
    <a:clrScheme name="HAWK">
      <a:dk1>
        <a:srgbClr val="000000"/>
      </a:dk1>
      <a:lt1>
        <a:srgbClr val="FFFFFF"/>
      </a:lt1>
      <a:dk2>
        <a:srgbClr val="575756"/>
      </a:dk2>
      <a:lt2>
        <a:srgbClr val="A8ADB3"/>
      </a:lt2>
      <a:accent1>
        <a:srgbClr val="E9515A"/>
      </a:accent1>
      <a:accent2>
        <a:srgbClr val="B9C243"/>
      </a:accent2>
      <a:accent3>
        <a:srgbClr val="AF708B"/>
      </a:accent3>
      <a:accent4>
        <a:srgbClr val="009DB3"/>
      </a:accent4>
      <a:accent5>
        <a:srgbClr val="F6A500"/>
      </a:accent5>
      <a:accent6>
        <a:srgbClr val="5183C0"/>
      </a:accent6>
      <a:hlink>
        <a:srgbClr val="A8ADB3"/>
      </a:hlink>
      <a:folHlink>
        <a:srgbClr val="575756"/>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D_19_11_10_PPT_I_BB_RZ.potx" id="{D9CD60D8-4DEC-3043-8EDB-806FFB4670B1}" vid="{CC893103-444C-E04E-89A3-D2F0E959D8E3}"/>
    </a:ext>
  </a:extLst>
</a:theme>
</file>

<file path=ppt/theme/theme4.xml><?xml version="1.0" encoding="utf-8"?>
<a:theme xmlns:a="http://schemas.openxmlformats.org/drawingml/2006/main" name="4. Inhalt">
  <a:themeElements>
    <a:clrScheme name="HAWK">
      <a:dk1>
        <a:srgbClr val="000000"/>
      </a:dk1>
      <a:lt1>
        <a:srgbClr val="FFFFFF"/>
      </a:lt1>
      <a:dk2>
        <a:srgbClr val="575756"/>
      </a:dk2>
      <a:lt2>
        <a:srgbClr val="A8ADB3"/>
      </a:lt2>
      <a:accent1>
        <a:srgbClr val="E9515A"/>
      </a:accent1>
      <a:accent2>
        <a:srgbClr val="B9C243"/>
      </a:accent2>
      <a:accent3>
        <a:srgbClr val="AF708B"/>
      </a:accent3>
      <a:accent4>
        <a:srgbClr val="009DB3"/>
      </a:accent4>
      <a:accent5>
        <a:srgbClr val="F6A500"/>
      </a:accent5>
      <a:accent6>
        <a:srgbClr val="5183C0"/>
      </a:accent6>
      <a:hlink>
        <a:srgbClr val="A8ADB3"/>
      </a:hlink>
      <a:folHlink>
        <a:srgbClr val="575756"/>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D_19_11_10_PPT_I_BB_RZ.potx" id="{D9CD60D8-4DEC-3043-8EDB-806FFB4670B1}" vid="{D381F98C-D0EE-C944-9440-8EB470AD7921}"/>
    </a:ext>
  </a:extLst>
</a:theme>
</file>

<file path=ppt/theme/theme5.xml><?xml version="1.0" encoding="utf-8"?>
<a:theme xmlns:a="http://schemas.openxmlformats.org/drawingml/2006/main" name="5. Schluss">
  <a:themeElements>
    <a:clrScheme name="HAWK">
      <a:dk1>
        <a:srgbClr val="000000"/>
      </a:dk1>
      <a:lt1>
        <a:srgbClr val="FFFFFF"/>
      </a:lt1>
      <a:dk2>
        <a:srgbClr val="575756"/>
      </a:dk2>
      <a:lt2>
        <a:srgbClr val="A8ADB3"/>
      </a:lt2>
      <a:accent1>
        <a:srgbClr val="E9515A"/>
      </a:accent1>
      <a:accent2>
        <a:srgbClr val="B9C243"/>
      </a:accent2>
      <a:accent3>
        <a:srgbClr val="AF708B"/>
      </a:accent3>
      <a:accent4>
        <a:srgbClr val="009DB3"/>
      </a:accent4>
      <a:accent5>
        <a:srgbClr val="F6A500"/>
      </a:accent5>
      <a:accent6>
        <a:srgbClr val="5183C0"/>
      </a:accent6>
      <a:hlink>
        <a:srgbClr val="A8ADB3"/>
      </a:hlink>
      <a:folHlink>
        <a:srgbClr val="575756"/>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D_19_11_10_PPT_I_BB_RZ.potx" id="{D9CD60D8-4DEC-3043-8EDB-806FFB4670B1}" vid="{CF9DC49F-B936-B449-A6ED-93E55D259DF0}"/>
    </a:ext>
  </a:extLst>
</a:theme>
</file>

<file path=ppt/theme/theme6.xml><?xml version="1.0" encoding="utf-8"?>
<a:theme xmlns:a="http://schemas.openxmlformats.org/drawingml/2006/main" name="Office-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Präsentation</Template>
  <TotalTime>0</TotalTime>
  <Words>1644</Words>
  <Application>Microsoft Office PowerPoint</Application>
  <PresentationFormat>Breitbild</PresentationFormat>
  <Paragraphs>326</Paragraphs>
  <Slides>16</Slides>
  <Notes>15</Notes>
  <HiddenSlides>0</HiddenSlides>
  <MMClips>0</MMClips>
  <ScaleCrop>false</ScaleCrop>
  <HeadingPairs>
    <vt:vector size="6" baseType="variant">
      <vt:variant>
        <vt:lpstr>Verwendete Schriftarten</vt:lpstr>
      </vt:variant>
      <vt:variant>
        <vt:i4>5</vt:i4>
      </vt:variant>
      <vt:variant>
        <vt:lpstr>Design</vt:lpstr>
      </vt:variant>
      <vt:variant>
        <vt:i4>5</vt:i4>
      </vt:variant>
      <vt:variant>
        <vt:lpstr>Folientitel</vt:lpstr>
      </vt:variant>
      <vt:variant>
        <vt:i4>16</vt:i4>
      </vt:variant>
    </vt:vector>
  </HeadingPairs>
  <TitlesOfParts>
    <vt:vector size="26" baseType="lpstr">
      <vt:lpstr>Arial</vt:lpstr>
      <vt:lpstr>Calibri</vt:lpstr>
      <vt:lpstr>Cambria Math</vt:lpstr>
      <vt:lpstr>Symbol</vt:lpstr>
      <vt:lpstr>Wingdings</vt:lpstr>
      <vt:lpstr>1. HAWK Schmucktitel</vt:lpstr>
      <vt:lpstr>2. Schmucktitel Fakultät</vt:lpstr>
      <vt:lpstr>3. Titel</vt:lpstr>
      <vt:lpstr>4. Inhalt</vt:lpstr>
      <vt:lpstr>5. Schluss</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Onken, Celina</dc:creator>
  <cp:lastModifiedBy>Onken, Celina</cp:lastModifiedBy>
  <cp:revision>9</cp:revision>
  <cp:lastPrinted>2020-03-25T11:05:45Z</cp:lastPrinted>
  <dcterms:created xsi:type="dcterms:W3CDTF">2025-03-04T19:37:41Z</dcterms:created>
  <dcterms:modified xsi:type="dcterms:W3CDTF">2025-03-05T14:26:51Z</dcterms:modified>
</cp:coreProperties>
</file>